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diagrams/data3.xml" ContentType="application/vnd.openxmlformats-officedocument.drawingml.diagramData+xml"/>
  <Override PartName="/ppt/diagrams/layout3.xml" ContentType="application/vnd.openxmlformats-officedocument.drawingml.diagramLayout+xml"/>
  <Override PartName="/ppt/diagrams/quickStyle3.xml" ContentType="application/vnd.openxmlformats-officedocument.drawingml.diagramStyle+xml"/>
  <Override PartName="/ppt/diagrams/colors3.xml" ContentType="application/vnd.openxmlformats-officedocument.drawingml.diagramColors+xml"/>
  <Override PartName="/ppt/diagrams/drawing3.xml" ContentType="application/vnd.ms-office.drawingml.diagramDrawing+xml"/>
  <Override PartName="/ppt/diagrams/data4.xml" ContentType="application/vnd.openxmlformats-officedocument.drawingml.diagramData+xml"/>
  <Override PartName="/ppt/diagrams/layout4.xml" ContentType="application/vnd.openxmlformats-officedocument.drawingml.diagramLayout+xml"/>
  <Override PartName="/ppt/diagrams/quickStyle4.xml" ContentType="application/vnd.openxmlformats-officedocument.drawingml.diagramStyle+xml"/>
  <Override PartName="/ppt/diagrams/colors4.xml" ContentType="application/vnd.openxmlformats-officedocument.drawingml.diagramColors+xml"/>
  <Override PartName="/ppt/diagrams/drawing4.xml" ContentType="application/vnd.ms-office.drawingml.diagramDrawing+xml"/>
  <Override PartName="/ppt/diagrams/data5.xml" ContentType="application/vnd.openxmlformats-officedocument.drawingml.diagramData+xml"/>
  <Override PartName="/ppt/diagrams/layout5.xml" ContentType="application/vnd.openxmlformats-officedocument.drawingml.diagramLayout+xml"/>
  <Override PartName="/ppt/diagrams/quickStyle5.xml" ContentType="application/vnd.openxmlformats-officedocument.drawingml.diagramStyle+xml"/>
  <Override PartName="/ppt/diagrams/colors5.xml" ContentType="application/vnd.openxmlformats-officedocument.drawingml.diagramColors+xml"/>
  <Override PartName="/ppt/diagrams/drawing5.xml" ContentType="application/vnd.ms-office.drawingml.diagramDrawing+xml"/>
  <Override PartName="/ppt/diagrams/data6.xml" ContentType="application/vnd.openxmlformats-officedocument.drawingml.diagramData+xml"/>
  <Override PartName="/ppt/diagrams/layout6.xml" ContentType="application/vnd.openxmlformats-officedocument.drawingml.diagramLayout+xml"/>
  <Override PartName="/ppt/diagrams/quickStyle6.xml" ContentType="application/vnd.openxmlformats-officedocument.drawingml.diagramStyle+xml"/>
  <Override PartName="/ppt/diagrams/colors6.xml" ContentType="application/vnd.openxmlformats-officedocument.drawingml.diagramColors+xml"/>
  <Override PartName="/ppt/diagrams/drawing6.xml" ContentType="application/vnd.ms-office.drawingml.diagramDrawing+xml"/>
  <Override PartName="/ppt/diagrams/data7.xml" ContentType="application/vnd.openxmlformats-officedocument.drawingml.diagramData+xml"/>
  <Override PartName="/ppt/diagrams/layout7.xml" ContentType="application/vnd.openxmlformats-officedocument.drawingml.diagramLayout+xml"/>
  <Override PartName="/ppt/diagrams/quickStyle7.xml" ContentType="application/vnd.openxmlformats-officedocument.drawingml.diagramStyle+xml"/>
  <Override PartName="/ppt/diagrams/colors7.xml" ContentType="application/vnd.openxmlformats-officedocument.drawingml.diagramColors+xml"/>
  <Override PartName="/ppt/diagrams/drawing7.xml" ContentType="application/vnd.ms-office.drawingml.diagramDrawing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73" r:id="rId13"/>
    <p:sldId id="270" r:id="rId14"/>
    <p:sldId id="271" r:id="rId15"/>
    <p:sldId id="272" r:id="rId16"/>
    <p:sldId id="267" r:id="rId17"/>
    <p:sldId id="268" r:id="rId18"/>
  </p:sldIdLst>
  <p:sldSz cx="9144000" cy="6858000" type="screen4x3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 snapToObjects="1">
      <p:cViewPr varScale="1">
        <p:scale>
          <a:sx n="65" d="100"/>
          <a:sy n="65" d="100"/>
        </p:scale>
        <p:origin x="1536" y="78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" Type="http://schemas.openxmlformats.org/officeDocument/2006/relationships/slide" Target="slides/slide2.xml"/><Relationship Id="rId21" Type="http://schemas.openxmlformats.org/officeDocument/2006/relationships/theme" Target="theme/theme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10" Type="http://schemas.openxmlformats.org/officeDocument/2006/relationships/slide" Target="slides/slide9.xml"/><Relationship Id="rId19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tableStyles" Target="tableStyles.xml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138F49F9-6868-4F99-9C49-E472AF3059B4}" type="doc">
      <dgm:prSet loTypeId="urn:microsoft.com/office/officeart/2008/layout/LinedList" loCatId="list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38DDA13D-B6E8-44D8-B194-6D10C6B52A82}">
      <dgm:prSet/>
      <dgm:spPr/>
      <dgm:t>
        <a:bodyPr/>
        <a:lstStyle/>
        <a:p>
          <a:r>
            <a:rPr lang="en-US"/>
            <a:t>• Vấn đề: Khó duy trì thói quen tốt (uống nước, đọc sách).</a:t>
          </a:r>
        </a:p>
      </dgm:t>
    </dgm:pt>
    <dgm:pt modelId="{4278FF77-BAEE-4A0C-954C-16B19E9D71A2}" type="parTrans" cxnId="{578EBCCB-E025-4BD6-A491-E2C2CAE8A4C7}">
      <dgm:prSet/>
      <dgm:spPr/>
      <dgm:t>
        <a:bodyPr/>
        <a:lstStyle/>
        <a:p>
          <a:endParaRPr lang="en-US"/>
        </a:p>
      </dgm:t>
    </dgm:pt>
    <dgm:pt modelId="{0F845CE1-6F83-40AA-85E6-C222959F7B91}" type="sibTrans" cxnId="{578EBCCB-E025-4BD6-A491-E2C2CAE8A4C7}">
      <dgm:prSet/>
      <dgm:spPr/>
      <dgm:t>
        <a:bodyPr/>
        <a:lstStyle/>
        <a:p>
          <a:endParaRPr lang="en-US"/>
        </a:p>
      </dgm:t>
    </dgm:pt>
    <dgm:pt modelId="{358D7019-CFA5-4B5E-AF1B-9DDE7FD910D3}">
      <dgm:prSet/>
      <dgm:spPr/>
      <dgm:t>
        <a:bodyPr/>
        <a:lstStyle/>
        <a:p>
          <a:r>
            <a:rPr lang="en-US"/>
            <a:t>• Giải pháp: Áp dụng phương pháp 'Thói quen nhỏ' (Mini Habits).</a:t>
          </a:r>
        </a:p>
      </dgm:t>
    </dgm:pt>
    <dgm:pt modelId="{69F1EB17-363C-4D87-9AB1-AE1B116C1027}" type="parTrans" cxnId="{5B6D8F39-44FB-4D9E-97D3-04941D88B2EC}">
      <dgm:prSet/>
      <dgm:spPr/>
      <dgm:t>
        <a:bodyPr/>
        <a:lstStyle/>
        <a:p>
          <a:endParaRPr lang="en-US"/>
        </a:p>
      </dgm:t>
    </dgm:pt>
    <dgm:pt modelId="{E460C7A5-C3C6-4030-A56A-97C01626B77B}" type="sibTrans" cxnId="{5B6D8F39-44FB-4D9E-97D3-04941D88B2EC}">
      <dgm:prSet/>
      <dgm:spPr/>
      <dgm:t>
        <a:bodyPr/>
        <a:lstStyle/>
        <a:p>
          <a:endParaRPr lang="en-US"/>
        </a:p>
      </dgm:t>
    </dgm:pt>
    <dgm:pt modelId="{EA5F827E-8F4C-4C3E-88D5-7F578CC8F77F}">
      <dgm:prSet/>
      <dgm:spPr/>
      <dgm:t>
        <a:bodyPr/>
        <a:lstStyle/>
        <a:p>
          <a:r>
            <a:rPr lang="en-US" dirty="0"/>
            <a:t>• </a:t>
          </a:r>
          <a:r>
            <a:rPr lang="en-US" dirty="0" err="1"/>
            <a:t>Ứng</a:t>
          </a:r>
          <a:r>
            <a:rPr lang="en-US" dirty="0"/>
            <a:t> </a:t>
          </a:r>
          <a:r>
            <a:rPr lang="en-US" dirty="0" err="1"/>
            <a:t>dụng</a:t>
          </a:r>
          <a:r>
            <a:rPr lang="en-US" dirty="0"/>
            <a:t> ‘</a:t>
          </a:r>
          <a:r>
            <a:rPr lang="vi-VN" dirty="0"/>
            <a:t>Theo dõi thói quen</a:t>
          </a:r>
          <a:r>
            <a:rPr lang="en-US" dirty="0"/>
            <a:t>' </a:t>
          </a:r>
          <a:r>
            <a:rPr lang="en-US" dirty="0" err="1"/>
            <a:t>ra</a:t>
          </a:r>
          <a:r>
            <a:rPr lang="en-US" dirty="0"/>
            <a:t> </a:t>
          </a:r>
          <a:r>
            <a:rPr lang="en-US" dirty="0" err="1"/>
            <a:t>đời</a:t>
          </a:r>
          <a:r>
            <a:rPr lang="en-US" dirty="0"/>
            <a:t> </a:t>
          </a:r>
          <a:r>
            <a:rPr lang="en-US" dirty="0" err="1"/>
            <a:t>để</a:t>
          </a:r>
          <a:r>
            <a:rPr lang="en-US" dirty="0"/>
            <a:t> </a:t>
          </a:r>
          <a:r>
            <a:rPr lang="en-US" dirty="0" err="1"/>
            <a:t>hỗ</a:t>
          </a:r>
          <a:r>
            <a:rPr lang="en-US" dirty="0"/>
            <a:t> </a:t>
          </a:r>
          <a:r>
            <a:rPr lang="en-US" dirty="0" err="1"/>
            <a:t>trợ</a:t>
          </a:r>
          <a:r>
            <a:rPr lang="en-US" dirty="0"/>
            <a:t>.</a:t>
          </a:r>
        </a:p>
      </dgm:t>
    </dgm:pt>
    <dgm:pt modelId="{E8CB51A7-BA40-41C6-9CF9-14A7EE22AA18}" type="parTrans" cxnId="{8CAFADA6-6996-4342-A283-DB489F519F6E}">
      <dgm:prSet/>
      <dgm:spPr/>
      <dgm:t>
        <a:bodyPr/>
        <a:lstStyle/>
        <a:p>
          <a:endParaRPr lang="en-US"/>
        </a:p>
      </dgm:t>
    </dgm:pt>
    <dgm:pt modelId="{6CD8DE69-9FA5-468B-9621-F960D14E6E26}" type="sibTrans" cxnId="{8CAFADA6-6996-4342-A283-DB489F519F6E}">
      <dgm:prSet/>
      <dgm:spPr/>
      <dgm:t>
        <a:bodyPr/>
        <a:lstStyle/>
        <a:p>
          <a:endParaRPr lang="en-US"/>
        </a:p>
      </dgm:t>
    </dgm:pt>
    <dgm:pt modelId="{3F59E205-7E07-4B13-A9CE-32070FDD0640}" type="pres">
      <dgm:prSet presAssocID="{138F49F9-6868-4F99-9C49-E472AF3059B4}" presName="vert0" presStyleCnt="0">
        <dgm:presLayoutVars>
          <dgm:dir/>
          <dgm:animOne val="branch"/>
          <dgm:animLvl val="lvl"/>
        </dgm:presLayoutVars>
      </dgm:prSet>
      <dgm:spPr/>
    </dgm:pt>
    <dgm:pt modelId="{D0CABB4D-0498-4BEA-9CBF-AEDCE8183F10}" type="pres">
      <dgm:prSet presAssocID="{38DDA13D-B6E8-44D8-B194-6D10C6B52A82}" presName="thickLine" presStyleLbl="alignNode1" presStyleIdx="0" presStyleCnt="3"/>
      <dgm:spPr/>
    </dgm:pt>
    <dgm:pt modelId="{A92E1ABE-9F59-4B04-B3C1-A05D0EDAB50F}" type="pres">
      <dgm:prSet presAssocID="{38DDA13D-B6E8-44D8-B194-6D10C6B52A82}" presName="horz1" presStyleCnt="0"/>
      <dgm:spPr/>
    </dgm:pt>
    <dgm:pt modelId="{46E9E04E-155C-49C7-87EA-C1B85C49C01E}" type="pres">
      <dgm:prSet presAssocID="{38DDA13D-B6E8-44D8-B194-6D10C6B52A82}" presName="tx1" presStyleLbl="revTx" presStyleIdx="0" presStyleCnt="3"/>
      <dgm:spPr/>
    </dgm:pt>
    <dgm:pt modelId="{D7D64AB6-2FD1-443C-8E13-AB4358C548AA}" type="pres">
      <dgm:prSet presAssocID="{38DDA13D-B6E8-44D8-B194-6D10C6B52A82}" presName="vert1" presStyleCnt="0"/>
      <dgm:spPr/>
    </dgm:pt>
    <dgm:pt modelId="{217A20D3-8325-4228-BDCA-716355C0BA74}" type="pres">
      <dgm:prSet presAssocID="{358D7019-CFA5-4B5E-AF1B-9DDE7FD910D3}" presName="thickLine" presStyleLbl="alignNode1" presStyleIdx="1" presStyleCnt="3"/>
      <dgm:spPr/>
    </dgm:pt>
    <dgm:pt modelId="{1335551F-7799-4138-AFC2-B6AC6B591A9B}" type="pres">
      <dgm:prSet presAssocID="{358D7019-CFA5-4B5E-AF1B-9DDE7FD910D3}" presName="horz1" presStyleCnt="0"/>
      <dgm:spPr/>
    </dgm:pt>
    <dgm:pt modelId="{163F65D2-41D7-4DFF-A980-13CE3EEA96D6}" type="pres">
      <dgm:prSet presAssocID="{358D7019-CFA5-4B5E-AF1B-9DDE7FD910D3}" presName="tx1" presStyleLbl="revTx" presStyleIdx="1" presStyleCnt="3"/>
      <dgm:spPr/>
    </dgm:pt>
    <dgm:pt modelId="{636EC7BB-D406-432E-B62A-6C699C46226B}" type="pres">
      <dgm:prSet presAssocID="{358D7019-CFA5-4B5E-AF1B-9DDE7FD910D3}" presName="vert1" presStyleCnt="0"/>
      <dgm:spPr/>
    </dgm:pt>
    <dgm:pt modelId="{231AF2CA-69E9-41DB-A103-88300BB6CCF0}" type="pres">
      <dgm:prSet presAssocID="{EA5F827E-8F4C-4C3E-88D5-7F578CC8F77F}" presName="thickLine" presStyleLbl="alignNode1" presStyleIdx="2" presStyleCnt="3"/>
      <dgm:spPr/>
    </dgm:pt>
    <dgm:pt modelId="{9052DAD4-8E74-4551-90D6-FBE1345F303A}" type="pres">
      <dgm:prSet presAssocID="{EA5F827E-8F4C-4C3E-88D5-7F578CC8F77F}" presName="horz1" presStyleCnt="0"/>
      <dgm:spPr/>
    </dgm:pt>
    <dgm:pt modelId="{D0052178-0763-4048-A29E-4DFC1DD3EAC6}" type="pres">
      <dgm:prSet presAssocID="{EA5F827E-8F4C-4C3E-88D5-7F578CC8F77F}" presName="tx1" presStyleLbl="revTx" presStyleIdx="2" presStyleCnt="3"/>
      <dgm:spPr/>
    </dgm:pt>
    <dgm:pt modelId="{686003FA-1ECC-46A1-A312-9CEDEFDE5199}" type="pres">
      <dgm:prSet presAssocID="{EA5F827E-8F4C-4C3E-88D5-7F578CC8F77F}" presName="vert1" presStyleCnt="0"/>
      <dgm:spPr/>
    </dgm:pt>
  </dgm:ptLst>
  <dgm:cxnLst>
    <dgm:cxn modelId="{5B6D8F39-44FB-4D9E-97D3-04941D88B2EC}" srcId="{138F49F9-6868-4F99-9C49-E472AF3059B4}" destId="{358D7019-CFA5-4B5E-AF1B-9DDE7FD910D3}" srcOrd="1" destOrd="0" parTransId="{69F1EB17-363C-4D87-9AB1-AE1B116C1027}" sibTransId="{E460C7A5-C3C6-4030-A56A-97C01626B77B}"/>
    <dgm:cxn modelId="{8CAFADA6-6996-4342-A283-DB489F519F6E}" srcId="{138F49F9-6868-4F99-9C49-E472AF3059B4}" destId="{EA5F827E-8F4C-4C3E-88D5-7F578CC8F77F}" srcOrd="2" destOrd="0" parTransId="{E8CB51A7-BA40-41C6-9CF9-14A7EE22AA18}" sibTransId="{6CD8DE69-9FA5-468B-9621-F960D14E6E26}"/>
    <dgm:cxn modelId="{35A8D4A6-89A0-4FD0-9040-5519A500A157}" type="presOf" srcId="{38DDA13D-B6E8-44D8-B194-6D10C6B52A82}" destId="{46E9E04E-155C-49C7-87EA-C1B85C49C01E}" srcOrd="0" destOrd="0" presId="urn:microsoft.com/office/officeart/2008/layout/LinedList"/>
    <dgm:cxn modelId="{57729FB2-68CC-46E1-AD21-0FE1EF9ABE97}" type="presOf" srcId="{358D7019-CFA5-4B5E-AF1B-9DDE7FD910D3}" destId="{163F65D2-41D7-4DFF-A980-13CE3EEA96D6}" srcOrd="0" destOrd="0" presId="urn:microsoft.com/office/officeart/2008/layout/LinedList"/>
    <dgm:cxn modelId="{578EBCCB-E025-4BD6-A491-E2C2CAE8A4C7}" srcId="{138F49F9-6868-4F99-9C49-E472AF3059B4}" destId="{38DDA13D-B6E8-44D8-B194-6D10C6B52A82}" srcOrd="0" destOrd="0" parTransId="{4278FF77-BAEE-4A0C-954C-16B19E9D71A2}" sibTransId="{0F845CE1-6F83-40AA-85E6-C222959F7B91}"/>
    <dgm:cxn modelId="{A76B82DB-7FB6-4D87-A824-48BF2A1E7C0B}" type="presOf" srcId="{EA5F827E-8F4C-4C3E-88D5-7F578CC8F77F}" destId="{D0052178-0763-4048-A29E-4DFC1DD3EAC6}" srcOrd="0" destOrd="0" presId="urn:microsoft.com/office/officeart/2008/layout/LinedList"/>
    <dgm:cxn modelId="{DBFB44F3-D026-4323-BC2F-6DE2FD7975F1}" type="presOf" srcId="{138F49F9-6868-4F99-9C49-E472AF3059B4}" destId="{3F59E205-7E07-4B13-A9CE-32070FDD0640}" srcOrd="0" destOrd="0" presId="urn:microsoft.com/office/officeart/2008/layout/LinedList"/>
    <dgm:cxn modelId="{6136AE25-D6A3-4C22-952B-9400C8F1F650}" type="presParOf" srcId="{3F59E205-7E07-4B13-A9CE-32070FDD0640}" destId="{D0CABB4D-0498-4BEA-9CBF-AEDCE8183F10}" srcOrd="0" destOrd="0" presId="urn:microsoft.com/office/officeart/2008/layout/LinedList"/>
    <dgm:cxn modelId="{F412432E-B515-4121-B46B-8735D5270F8D}" type="presParOf" srcId="{3F59E205-7E07-4B13-A9CE-32070FDD0640}" destId="{A92E1ABE-9F59-4B04-B3C1-A05D0EDAB50F}" srcOrd="1" destOrd="0" presId="urn:microsoft.com/office/officeart/2008/layout/LinedList"/>
    <dgm:cxn modelId="{18C819C6-E0AC-46AD-B60F-F3812ECD8675}" type="presParOf" srcId="{A92E1ABE-9F59-4B04-B3C1-A05D0EDAB50F}" destId="{46E9E04E-155C-49C7-87EA-C1B85C49C01E}" srcOrd="0" destOrd="0" presId="urn:microsoft.com/office/officeart/2008/layout/LinedList"/>
    <dgm:cxn modelId="{BAE54965-2F4A-4D07-938E-AEA57C0438C4}" type="presParOf" srcId="{A92E1ABE-9F59-4B04-B3C1-A05D0EDAB50F}" destId="{D7D64AB6-2FD1-443C-8E13-AB4358C548AA}" srcOrd="1" destOrd="0" presId="urn:microsoft.com/office/officeart/2008/layout/LinedList"/>
    <dgm:cxn modelId="{3B24B3AE-E482-4D3C-A4D6-CF5E5C8FDA22}" type="presParOf" srcId="{3F59E205-7E07-4B13-A9CE-32070FDD0640}" destId="{217A20D3-8325-4228-BDCA-716355C0BA74}" srcOrd="2" destOrd="0" presId="urn:microsoft.com/office/officeart/2008/layout/LinedList"/>
    <dgm:cxn modelId="{6AD366D9-28B2-444E-848D-649DB167A588}" type="presParOf" srcId="{3F59E205-7E07-4B13-A9CE-32070FDD0640}" destId="{1335551F-7799-4138-AFC2-B6AC6B591A9B}" srcOrd="3" destOrd="0" presId="urn:microsoft.com/office/officeart/2008/layout/LinedList"/>
    <dgm:cxn modelId="{72A45520-341D-403C-9EF1-7DCFA6ED4090}" type="presParOf" srcId="{1335551F-7799-4138-AFC2-B6AC6B591A9B}" destId="{163F65D2-41D7-4DFF-A980-13CE3EEA96D6}" srcOrd="0" destOrd="0" presId="urn:microsoft.com/office/officeart/2008/layout/LinedList"/>
    <dgm:cxn modelId="{153CABAA-DEC7-477D-84FC-5B72FF66FF33}" type="presParOf" srcId="{1335551F-7799-4138-AFC2-B6AC6B591A9B}" destId="{636EC7BB-D406-432E-B62A-6C699C46226B}" srcOrd="1" destOrd="0" presId="urn:microsoft.com/office/officeart/2008/layout/LinedList"/>
    <dgm:cxn modelId="{AA2F375A-9FAF-4DCE-A295-A2770C02D4D4}" type="presParOf" srcId="{3F59E205-7E07-4B13-A9CE-32070FDD0640}" destId="{231AF2CA-69E9-41DB-A103-88300BB6CCF0}" srcOrd="4" destOrd="0" presId="urn:microsoft.com/office/officeart/2008/layout/LinedList"/>
    <dgm:cxn modelId="{493CF6CA-68C7-4C8D-929B-58DD1D7474AD}" type="presParOf" srcId="{3F59E205-7E07-4B13-A9CE-32070FDD0640}" destId="{9052DAD4-8E74-4551-90D6-FBE1345F303A}" srcOrd="5" destOrd="0" presId="urn:microsoft.com/office/officeart/2008/layout/LinedList"/>
    <dgm:cxn modelId="{D0366A47-8DF5-4941-B1B3-8B2D495F816D}" type="presParOf" srcId="{9052DAD4-8E74-4551-90D6-FBE1345F303A}" destId="{D0052178-0763-4048-A29E-4DFC1DD3EAC6}" srcOrd="0" destOrd="0" presId="urn:microsoft.com/office/officeart/2008/layout/LinedList"/>
    <dgm:cxn modelId="{74F63776-23D5-4DCC-BDE0-E8B48FB030FA}" type="presParOf" srcId="{9052DAD4-8E74-4551-90D6-FBE1345F303A}" destId="{686003FA-1ECC-46A1-A312-9CEDEFDE5199}" srcOrd="1" destOrd="0" presId="urn:microsoft.com/office/officeart/2008/layout/Lined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B4D660F1-9675-4A1C-B3CC-FA240DEE198B}" type="doc">
      <dgm:prSet loTypeId="urn:microsoft.com/office/officeart/2005/8/layout/matrix2" loCatId="matrix" qsTypeId="urn:microsoft.com/office/officeart/2005/8/quickstyle/simple1" qsCatId="simple" csTypeId="urn:microsoft.com/office/officeart/2005/8/colors/colorful2" csCatId="colorful"/>
      <dgm:spPr/>
      <dgm:t>
        <a:bodyPr/>
        <a:lstStyle/>
        <a:p>
          <a:endParaRPr lang="en-US"/>
        </a:p>
      </dgm:t>
    </dgm:pt>
    <dgm:pt modelId="{53912576-A418-4085-86B5-BAF9CA285B50}">
      <dgm:prSet/>
      <dgm:spPr/>
      <dgm:t>
        <a:bodyPr/>
        <a:lstStyle/>
        <a:p>
          <a:r>
            <a:rPr lang="en-US"/>
            <a:t>• Mục tiêu: Xây dựng app Flutter đa nền tảng (Android &amp; iOS).</a:t>
          </a:r>
        </a:p>
      </dgm:t>
    </dgm:pt>
    <dgm:pt modelId="{44DE087D-329D-463C-AC93-8C0FC6D8B2AB}" type="parTrans" cxnId="{74BA3C2A-800F-4886-BE33-7E394BA484FF}">
      <dgm:prSet/>
      <dgm:spPr/>
      <dgm:t>
        <a:bodyPr/>
        <a:lstStyle/>
        <a:p>
          <a:endParaRPr lang="en-US"/>
        </a:p>
      </dgm:t>
    </dgm:pt>
    <dgm:pt modelId="{96D1E522-8622-4A0D-89F9-B1FAF3102AB8}" type="sibTrans" cxnId="{74BA3C2A-800F-4886-BE33-7E394BA484FF}">
      <dgm:prSet/>
      <dgm:spPr/>
      <dgm:t>
        <a:bodyPr/>
        <a:lstStyle/>
        <a:p>
          <a:endParaRPr lang="en-US"/>
        </a:p>
      </dgm:t>
    </dgm:pt>
    <dgm:pt modelId="{F0E4426E-E516-4BD5-82B0-6005A36E1F0B}">
      <dgm:prSet/>
      <dgm:spPr/>
      <dgm:t>
        <a:bodyPr/>
        <a:lstStyle/>
        <a:p>
          <a:r>
            <a:rPr lang="en-US"/>
            <a:t>• Chức năng: Tạo/quản lý thói quen, theo dõi tiến độ, tính chuỗi.</a:t>
          </a:r>
        </a:p>
      </dgm:t>
    </dgm:pt>
    <dgm:pt modelId="{9D4AA179-D8B3-40E4-931E-E8505DB6F6B8}" type="parTrans" cxnId="{1053C058-C974-49C3-9FEB-A041A5490225}">
      <dgm:prSet/>
      <dgm:spPr/>
      <dgm:t>
        <a:bodyPr/>
        <a:lstStyle/>
        <a:p>
          <a:endParaRPr lang="en-US"/>
        </a:p>
      </dgm:t>
    </dgm:pt>
    <dgm:pt modelId="{1A565414-CF85-418F-9634-9F5CFF29D97C}" type="sibTrans" cxnId="{1053C058-C974-49C3-9FEB-A041A5490225}">
      <dgm:prSet/>
      <dgm:spPr/>
      <dgm:t>
        <a:bodyPr/>
        <a:lstStyle/>
        <a:p>
          <a:endParaRPr lang="en-US"/>
        </a:p>
      </dgm:t>
    </dgm:pt>
    <dgm:pt modelId="{D6DB61DE-9B50-4186-A915-A1F29F63FC71}">
      <dgm:prSet/>
      <dgm:spPr/>
      <dgm:t>
        <a:bodyPr/>
        <a:lstStyle/>
        <a:p>
          <a:r>
            <a:rPr lang="en-US"/>
            <a:t>• Kỹ thuật: Quản lý trạng thái bằng Provider.</a:t>
          </a:r>
        </a:p>
      </dgm:t>
    </dgm:pt>
    <dgm:pt modelId="{676D9281-DB97-4AD5-972C-7D939402BB80}" type="parTrans" cxnId="{8A604DB1-C429-4238-AFD7-7927FF407AE3}">
      <dgm:prSet/>
      <dgm:spPr/>
      <dgm:t>
        <a:bodyPr/>
        <a:lstStyle/>
        <a:p>
          <a:endParaRPr lang="en-US"/>
        </a:p>
      </dgm:t>
    </dgm:pt>
    <dgm:pt modelId="{3FBAA024-A752-4BDA-AC40-435601526C19}" type="sibTrans" cxnId="{8A604DB1-C429-4238-AFD7-7927FF407AE3}">
      <dgm:prSet/>
      <dgm:spPr/>
      <dgm:t>
        <a:bodyPr/>
        <a:lstStyle/>
        <a:p>
          <a:endParaRPr lang="en-US"/>
        </a:p>
      </dgm:t>
    </dgm:pt>
    <dgm:pt modelId="{25FB6E92-1DF9-423D-A00E-9450F8EF715C}">
      <dgm:prSet/>
      <dgm:spPr/>
      <dgm:t>
        <a:bodyPr/>
        <a:lstStyle/>
        <a:p>
          <a:r>
            <a:rPr lang="en-US"/>
            <a:t>• Giới hạn: Dữ liệu tạm thời, chưa có lưu trữ vĩnh viễn.</a:t>
          </a:r>
        </a:p>
      </dgm:t>
    </dgm:pt>
    <dgm:pt modelId="{5ED55729-9259-4752-8C3A-1B003255CAFB}" type="parTrans" cxnId="{5BFB5E58-ED4F-4756-A33B-36639D8AC3D0}">
      <dgm:prSet/>
      <dgm:spPr/>
      <dgm:t>
        <a:bodyPr/>
        <a:lstStyle/>
        <a:p>
          <a:endParaRPr lang="en-US"/>
        </a:p>
      </dgm:t>
    </dgm:pt>
    <dgm:pt modelId="{771820FC-4860-41DD-B052-551B70117238}" type="sibTrans" cxnId="{5BFB5E58-ED4F-4756-A33B-36639D8AC3D0}">
      <dgm:prSet/>
      <dgm:spPr/>
      <dgm:t>
        <a:bodyPr/>
        <a:lstStyle/>
        <a:p>
          <a:endParaRPr lang="en-US"/>
        </a:p>
      </dgm:t>
    </dgm:pt>
    <dgm:pt modelId="{3745B2BC-C276-4946-90A7-8330EA654AF8}" type="pres">
      <dgm:prSet presAssocID="{B4D660F1-9675-4A1C-B3CC-FA240DEE198B}" presName="matrix" presStyleCnt="0">
        <dgm:presLayoutVars>
          <dgm:chMax val="1"/>
          <dgm:dir/>
          <dgm:resizeHandles val="exact"/>
        </dgm:presLayoutVars>
      </dgm:prSet>
      <dgm:spPr/>
    </dgm:pt>
    <dgm:pt modelId="{FB638853-91D2-41CA-8629-5FE2C40ECD5F}" type="pres">
      <dgm:prSet presAssocID="{B4D660F1-9675-4A1C-B3CC-FA240DEE198B}" presName="axisShape" presStyleLbl="bgShp" presStyleIdx="0" presStyleCnt="1"/>
      <dgm:spPr/>
    </dgm:pt>
    <dgm:pt modelId="{097BAC0F-69D1-4D0B-9FEE-1261D55D4279}" type="pres">
      <dgm:prSet presAssocID="{B4D660F1-9675-4A1C-B3CC-FA240DEE198B}" presName="rect1" presStyleLbl="node1" presStyleIdx="0" presStyleCnt="4">
        <dgm:presLayoutVars>
          <dgm:chMax val="0"/>
          <dgm:chPref val="0"/>
          <dgm:bulletEnabled val="1"/>
        </dgm:presLayoutVars>
      </dgm:prSet>
      <dgm:spPr/>
    </dgm:pt>
    <dgm:pt modelId="{FAF86C03-B889-4B07-9DA6-FADBF34045FD}" type="pres">
      <dgm:prSet presAssocID="{B4D660F1-9675-4A1C-B3CC-FA240DEE198B}" presName="rect2" presStyleLbl="node1" presStyleIdx="1" presStyleCnt="4">
        <dgm:presLayoutVars>
          <dgm:chMax val="0"/>
          <dgm:chPref val="0"/>
          <dgm:bulletEnabled val="1"/>
        </dgm:presLayoutVars>
      </dgm:prSet>
      <dgm:spPr/>
    </dgm:pt>
    <dgm:pt modelId="{1A4466B1-A0DF-462E-9EF5-3057E516FF54}" type="pres">
      <dgm:prSet presAssocID="{B4D660F1-9675-4A1C-B3CC-FA240DEE198B}" presName="rect3" presStyleLbl="node1" presStyleIdx="2" presStyleCnt="4">
        <dgm:presLayoutVars>
          <dgm:chMax val="0"/>
          <dgm:chPref val="0"/>
          <dgm:bulletEnabled val="1"/>
        </dgm:presLayoutVars>
      </dgm:prSet>
      <dgm:spPr/>
    </dgm:pt>
    <dgm:pt modelId="{41DBD6D1-9171-4657-8B9C-72813FC5F1FE}" type="pres">
      <dgm:prSet presAssocID="{B4D660F1-9675-4A1C-B3CC-FA240DEE198B}" presName="rect4" presStyleLbl="node1" presStyleIdx="3" presStyleCnt="4">
        <dgm:presLayoutVars>
          <dgm:chMax val="0"/>
          <dgm:chPref val="0"/>
          <dgm:bulletEnabled val="1"/>
        </dgm:presLayoutVars>
      </dgm:prSet>
      <dgm:spPr/>
    </dgm:pt>
  </dgm:ptLst>
  <dgm:cxnLst>
    <dgm:cxn modelId="{EF5EA518-65CC-4B86-94D3-D18B37B8AED3}" type="presOf" srcId="{F0E4426E-E516-4BD5-82B0-6005A36E1F0B}" destId="{FAF86C03-B889-4B07-9DA6-FADBF34045FD}" srcOrd="0" destOrd="0" presId="urn:microsoft.com/office/officeart/2005/8/layout/matrix2"/>
    <dgm:cxn modelId="{2863C529-EB9D-45FB-9A60-0AD145770DD9}" type="presOf" srcId="{53912576-A418-4085-86B5-BAF9CA285B50}" destId="{097BAC0F-69D1-4D0B-9FEE-1261D55D4279}" srcOrd="0" destOrd="0" presId="urn:microsoft.com/office/officeart/2005/8/layout/matrix2"/>
    <dgm:cxn modelId="{74BA3C2A-800F-4886-BE33-7E394BA484FF}" srcId="{B4D660F1-9675-4A1C-B3CC-FA240DEE198B}" destId="{53912576-A418-4085-86B5-BAF9CA285B50}" srcOrd="0" destOrd="0" parTransId="{44DE087D-329D-463C-AC93-8C0FC6D8B2AB}" sibTransId="{96D1E522-8622-4A0D-89F9-B1FAF3102AB8}"/>
    <dgm:cxn modelId="{98143441-57CE-47CD-8E4D-602265C5202A}" type="presOf" srcId="{B4D660F1-9675-4A1C-B3CC-FA240DEE198B}" destId="{3745B2BC-C276-4946-90A7-8330EA654AF8}" srcOrd="0" destOrd="0" presId="urn:microsoft.com/office/officeart/2005/8/layout/matrix2"/>
    <dgm:cxn modelId="{5BFB5E58-ED4F-4756-A33B-36639D8AC3D0}" srcId="{B4D660F1-9675-4A1C-B3CC-FA240DEE198B}" destId="{25FB6E92-1DF9-423D-A00E-9450F8EF715C}" srcOrd="3" destOrd="0" parTransId="{5ED55729-9259-4752-8C3A-1B003255CAFB}" sibTransId="{771820FC-4860-41DD-B052-551B70117238}"/>
    <dgm:cxn modelId="{1053C058-C974-49C3-9FEB-A041A5490225}" srcId="{B4D660F1-9675-4A1C-B3CC-FA240DEE198B}" destId="{F0E4426E-E516-4BD5-82B0-6005A36E1F0B}" srcOrd="1" destOrd="0" parTransId="{9D4AA179-D8B3-40E4-931E-E8505DB6F6B8}" sibTransId="{1A565414-CF85-418F-9634-9F5CFF29D97C}"/>
    <dgm:cxn modelId="{8A604DB1-C429-4238-AFD7-7927FF407AE3}" srcId="{B4D660F1-9675-4A1C-B3CC-FA240DEE198B}" destId="{D6DB61DE-9B50-4186-A915-A1F29F63FC71}" srcOrd="2" destOrd="0" parTransId="{676D9281-DB97-4AD5-972C-7D939402BB80}" sibTransId="{3FBAA024-A752-4BDA-AC40-435601526C19}"/>
    <dgm:cxn modelId="{887557E5-F70C-43B8-A319-1FC5B15DEEB9}" type="presOf" srcId="{D6DB61DE-9B50-4186-A915-A1F29F63FC71}" destId="{1A4466B1-A0DF-462E-9EF5-3057E516FF54}" srcOrd="0" destOrd="0" presId="urn:microsoft.com/office/officeart/2005/8/layout/matrix2"/>
    <dgm:cxn modelId="{3030B7EF-D5B1-4A1F-AA31-1365E6C54439}" type="presOf" srcId="{25FB6E92-1DF9-423D-A00E-9450F8EF715C}" destId="{41DBD6D1-9171-4657-8B9C-72813FC5F1FE}" srcOrd="0" destOrd="0" presId="urn:microsoft.com/office/officeart/2005/8/layout/matrix2"/>
    <dgm:cxn modelId="{85DF43CF-283B-4149-A677-C453202FCBE6}" type="presParOf" srcId="{3745B2BC-C276-4946-90A7-8330EA654AF8}" destId="{FB638853-91D2-41CA-8629-5FE2C40ECD5F}" srcOrd="0" destOrd="0" presId="urn:microsoft.com/office/officeart/2005/8/layout/matrix2"/>
    <dgm:cxn modelId="{141D8737-00A7-484D-A730-C177B526D2CB}" type="presParOf" srcId="{3745B2BC-C276-4946-90A7-8330EA654AF8}" destId="{097BAC0F-69D1-4D0B-9FEE-1261D55D4279}" srcOrd="1" destOrd="0" presId="urn:microsoft.com/office/officeart/2005/8/layout/matrix2"/>
    <dgm:cxn modelId="{33ACC78C-6896-4BA8-B3B4-060E33F04600}" type="presParOf" srcId="{3745B2BC-C276-4946-90A7-8330EA654AF8}" destId="{FAF86C03-B889-4B07-9DA6-FADBF34045FD}" srcOrd="2" destOrd="0" presId="urn:microsoft.com/office/officeart/2005/8/layout/matrix2"/>
    <dgm:cxn modelId="{9A6981D2-E60D-4ECE-9DA9-7CA16EB1FD14}" type="presParOf" srcId="{3745B2BC-C276-4946-90A7-8330EA654AF8}" destId="{1A4466B1-A0DF-462E-9EF5-3057E516FF54}" srcOrd="3" destOrd="0" presId="urn:microsoft.com/office/officeart/2005/8/layout/matrix2"/>
    <dgm:cxn modelId="{97F11FCF-0E67-440D-AE46-F0CF4D56489B}" type="presParOf" srcId="{3745B2BC-C276-4946-90A7-8330EA654AF8}" destId="{41DBD6D1-9171-4657-8B9C-72813FC5F1FE}" srcOrd="4" destOrd="0" presId="urn:microsoft.com/office/officeart/2005/8/layout/matrix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.xml><?xml version="1.0" encoding="utf-8"?>
<dgm:dataModel xmlns:dgm="http://schemas.openxmlformats.org/drawingml/2006/diagram" xmlns:a="http://schemas.openxmlformats.org/drawingml/2006/main">
  <dgm:ptLst>
    <dgm:pt modelId="{EC397BE6-0448-4A33-94D5-2BD4513F8417}" type="doc">
      <dgm:prSet loTypeId="urn:microsoft.com/office/officeart/2005/8/layout/default" loCatId="list" qsTypeId="urn:microsoft.com/office/officeart/2005/8/quickstyle/simple1" qsCatId="simple" csTypeId="urn:microsoft.com/office/officeart/2005/8/colors/colorful2" csCatId="colorful" phldr="1"/>
      <dgm:spPr/>
      <dgm:t>
        <a:bodyPr/>
        <a:lstStyle/>
        <a:p>
          <a:endParaRPr lang="en-US"/>
        </a:p>
      </dgm:t>
    </dgm:pt>
    <dgm:pt modelId="{AB80898D-2729-4440-B4B6-2C6250BEAA39}">
      <dgm:prSet/>
      <dgm:spPr/>
      <dgm:t>
        <a:bodyPr/>
        <a:lstStyle/>
        <a:p>
          <a:r>
            <a:rPr lang="en-US"/>
            <a:t>• Ngôn ngữ: Dart.</a:t>
          </a:r>
        </a:p>
      </dgm:t>
    </dgm:pt>
    <dgm:pt modelId="{83237447-9335-4AE9-AE0A-87D19717D1A1}" type="parTrans" cxnId="{171A3111-40FE-4A99-8953-CE591AC095A4}">
      <dgm:prSet/>
      <dgm:spPr/>
      <dgm:t>
        <a:bodyPr/>
        <a:lstStyle/>
        <a:p>
          <a:endParaRPr lang="en-US"/>
        </a:p>
      </dgm:t>
    </dgm:pt>
    <dgm:pt modelId="{F70C2615-7A28-4486-A9F0-55844C4D09D8}" type="sibTrans" cxnId="{171A3111-40FE-4A99-8953-CE591AC095A4}">
      <dgm:prSet/>
      <dgm:spPr/>
      <dgm:t>
        <a:bodyPr/>
        <a:lstStyle/>
        <a:p>
          <a:endParaRPr lang="en-US"/>
        </a:p>
      </dgm:t>
    </dgm:pt>
    <dgm:pt modelId="{99BAB78D-ABC8-4070-93FC-0F613F70D9B6}">
      <dgm:prSet/>
      <dgm:spPr/>
      <dgm:t>
        <a:bodyPr/>
        <a:lstStyle/>
        <a:p>
          <a:r>
            <a:rPr lang="en-US"/>
            <a:t>• Framework: Flutter (Material 3).</a:t>
          </a:r>
        </a:p>
      </dgm:t>
    </dgm:pt>
    <dgm:pt modelId="{5DBAC5F8-6353-4A05-B93B-4FD9A16B8531}" type="parTrans" cxnId="{4F2C75C9-6873-42D8-BE5F-2079ED7E6F67}">
      <dgm:prSet/>
      <dgm:spPr/>
      <dgm:t>
        <a:bodyPr/>
        <a:lstStyle/>
        <a:p>
          <a:endParaRPr lang="en-US"/>
        </a:p>
      </dgm:t>
    </dgm:pt>
    <dgm:pt modelId="{857CC4B8-5500-4D13-BE2B-E4C59BD80199}" type="sibTrans" cxnId="{4F2C75C9-6873-42D8-BE5F-2079ED7E6F67}">
      <dgm:prSet/>
      <dgm:spPr/>
      <dgm:t>
        <a:bodyPr/>
        <a:lstStyle/>
        <a:p>
          <a:endParaRPr lang="en-US"/>
        </a:p>
      </dgm:t>
    </dgm:pt>
    <dgm:pt modelId="{03E6404B-7BB7-4E25-AE73-8F757A0FAE07}">
      <dgm:prSet/>
      <dgm:spPr/>
      <dgm:t>
        <a:bodyPr/>
        <a:lstStyle/>
        <a:p>
          <a:r>
            <a:rPr lang="en-US"/>
            <a:t>• Font: Google Fonts (Poppins).</a:t>
          </a:r>
        </a:p>
      </dgm:t>
    </dgm:pt>
    <dgm:pt modelId="{60FC55DD-7872-4823-86FF-E498505011D9}" type="parTrans" cxnId="{515E2DE1-57A7-41EB-993A-06910E27F8F8}">
      <dgm:prSet/>
      <dgm:spPr/>
      <dgm:t>
        <a:bodyPr/>
        <a:lstStyle/>
        <a:p>
          <a:endParaRPr lang="en-US"/>
        </a:p>
      </dgm:t>
    </dgm:pt>
    <dgm:pt modelId="{B3D0818B-D502-4447-8C2C-1857ECD1B3B9}" type="sibTrans" cxnId="{515E2DE1-57A7-41EB-993A-06910E27F8F8}">
      <dgm:prSet/>
      <dgm:spPr/>
      <dgm:t>
        <a:bodyPr/>
        <a:lstStyle/>
        <a:p>
          <a:endParaRPr lang="en-US"/>
        </a:p>
      </dgm:t>
    </dgm:pt>
    <dgm:pt modelId="{31A15AAB-E919-4CE5-9CD8-40BD4687D0E8}">
      <dgm:prSet/>
      <dgm:spPr/>
      <dgm:t>
        <a:bodyPr/>
        <a:lstStyle/>
        <a:p>
          <a:r>
            <a:rPr lang="en-US"/>
            <a:t>• State Management: Provider (Google khuyến nghị).</a:t>
          </a:r>
        </a:p>
      </dgm:t>
    </dgm:pt>
    <dgm:pt modelId="{B84AB6DD-0C01-432D-82B2-3B8877620B5A}" type="parTrans" cxnId="{197C2CA7-8439-46CF-BED5-2C3A5CD46F33}">
      <dgm:prSet/>
      <dgm:spPr/>
      <dgm:t>
        <a:bodyPr/>
        <a:lstStyle/>
        <a:p>
          <a:endParaRPr lang="en-US"/>
        </a:p>
      </dgm:t>
    </dgm:pt>
    <dgm:pt modelId="{CDFE7946-6ACB-42E0-8A14-EEB71FE33CE8}" type="sibTrans" cxnId="{197C2CA7-8439-46CF-BED5-2C3A5CD46F33}">
      <dgm:prSet/>
      <dgm:spPr/>
      <dgm:t>
        <a:bodyPr/>
        <a:lstStyle/>
        <a:p>
          <a:endParaRPr lang="en-US"/>
        </a:p>
      </dgm:t>
    </dgm:pt>
    <dgm:pt modelId="{48965002-FC58-4A8F-A08F-251F1A25EEC4}">
      <dgm:prSet/>
      <dgm:spPr/>
      <dgm:t>
        <a:bodyPr/>
        <a:lstStyle/>
        <a:p>
          <a:r>
            <a:rPr lang="en-US"/>
            <a:t>• MultiProvider quản lý: HabitProvider, SettingsProvider, ProfileProvider.</a:t>
          </a:r>
        </a:p>
      </dgm:t>
    </dgm:pt>
    <dgm:pt modelId="{63F59365-D172-4AC4-B190-F1A73BCD3245}" type="parTrans" cxnId="{760CEA93-F248-48B1-BFC2-7334C541F521}">
      <dgm:prSet/>
      <dgm:spPr/>
      <dgm:t>
        <a:bodyPr/>
        <a:lstStyle/>
        <a:p>
          <a:endParaRPr lang="en-US"/>
        </a:p>
      </dgm:t>
    </dgm:pt>
    <dgm:pt modelId="{31053CB7-0369-4BBF-A07D-B71D0AF932D3}" type="sibTrans" cxnId="{760CEA93-F248-48B1-BFC2-7334C541F521}">
      <dgm:prSet/>
      <dgm:spPr/>
      <dgm:t>
        <a:bodyPr/>
        <a:lstStyle/>
        <a:p>
          <a:endParaRPr lang="en-US"/>
        </a:p>
      </dgm:t>
    </dgm:pt>
    <dgm:pt modelId="{6965D0E4-5A94-4243-A12A-DD30A20E07A0}" type="pres">
      <dgm:prSet presAssocID="{EC397BE6-0448-4A33-94D5-2BD4513F8417}" presName="diagram" presStyleCnt="0">
        <dgm:presLayoutVars>
          <dgm:dir/>
          <dgm:resizeHandles val="exact"/>
        </dgm:presLayoutVars>
      </dgm:prSet>
      <dgm:spPr/>
    </dgm:pt>
    <dgm:pt modelId="{DF4A9B8C-591D-429F-8E3F-58B764127F0D}" type="pres">
      <dgm:prSet presAssocID="{AB80898D-2729-4440-B4B6-2C6250BEAA39}" presName="node" presStyleLbl="node1" presStyleIdx="0" presStyleCnt="5">
        <dgm:presLayoutVars>
          <dgm:bulletEnabled val="1"/>
        </dgm:presLayoutVars>
      </dgm:prSet>
      <dgm:spPr/>
    </dgm:pt>
    <dgm:pt modelId="{AF3A50C2-01CA-4A31-92E9-97C5AEE26CBF}" type="pres">
      <dgm:prSet presAssocID="{F70C2615-7A28-4486-A9F0-55844C4D09D8}" presName="sibTrans" presStyleCnt="0"/>
      <dgm:spPr/>
    </dgm:pt>
    <dgm:pt modelId="{5880C7E1-6F72-415A-998F-20F99732745A}" type="pres">
      <dgm:prSet presAssocID="{99BAB78D-ABC8-4070-93FC-0F613F70D9B6}" presName="node" presStyleLbl="node1" presStyleIdx="1" presStyleCnt="5">
        <dgm:presLayoutVars>
          <dgm:bulletEnabled val="1"/>
        </dgm:presLayoutVars>
      </dgm:prSet>
      <dgm:spPr/>
    </dgm:pt>
    <dgm:pt modelId="{C5D04180-83E3-4F88-8A83-826EFD88AE11}" type="pres">
      <dgm:prSet presAssocID="{857CC4B8-5500-4D13-BE2B-E4C59BD80199}" presName="sibTrans" presStyleCnt="0"/>
      <dgm:spPr/>
    </dgm:pt>
    <dgm:pt modelId="{A46E7AD0-41CA-442B-A49F-CD6342B88007}" type="pres">
      <dgm:prSet presAssocID="{03E6404B-7BB7-4E25-AE73-8F757A0FAE07}" presName="node" presStyleLbl="node1" presStyleIdx="2" presStyleCnt="5">
        <dgm:presLayoutVars>
          <dgm:bulletEnabled val="1"/>
        </dgm:presLayoutVars>
      </dgm:prSet>
      <dgm:spPr/>
    </dgm:pt>
    <dgm:pt modelId="{DDC46D7B-C105-4D16-8D2B-5B246EF46AA6}" type="pres">
      <dgm:prSet presAssocID="{B3D0818B-D502-4447-8C2C-1857ECD1B3B9}" presName="sibTrans" presStyleCnt="0"/>
      <dgm:spPr/>
    </dgm:pt>
    <dgm:pt modelId="{69FF3F92-E0FF-4F77-B4FB-1D8F9F80ECBF}" type="pres">
      <dgm:prSet presAssocID="{31A15AAB-E919-4CE5-9CD8-40BD4687D0E8}" presName="node" presStyleLbl="node1" presStyleIdx="3" presStyleCnt="5">
        <dgm:presLayoutVars>
          <dgm:bulletEnabled val="1"/>
        </dgm:presLayoutVars>
      </dgm:prSet>
      <dgm:spPr/>
    </dgm:pt>
    <dgm:pt modelId="{1E0B53E6-B09D-40D5-B783-6C870575028F}" type="pres">
      <dgm:prSet presAssocID="{CDFE7946-6ACB-42E0-8A14-EEB71FE33CE8}" presName="sibTrans" presStyleCnt="0"/>
      <dgm:spPr/>
    </dgm:pt>
    <dgm:pt modelId="{27E133C6-ADAB-4927-9B1B-FB8185B2EDC4}" type="pres">
      <dgm:prSet presAssocID="{48965002-FC58-4A8F-A08F-251F1A25EEC4}" presName="node" presStyleLbl="node1" presStyleIdx="4" presStyleCnt="5">
        <dgm:presLayoutVars>
          <dgm:bulletEnabled val="1"/>
        </dgm:presLayoutVars>
      </dgm:prSet>
      <dgm:spPr/>
    </dgm:pt>
  </dgm:ptLst>
  <dgm:cxnLst>
    <dgm:cxn modelId="{171A3111-40FE-4A99-8953-CE591AC095A4}" srcId="{EC397BE6-0448-4A33-94D5-2BD4513F8417}" destId="{AB80898D-2729-4440-B4B6-2C6250BEAA39}" srcOrd="0" destOrd="0" parTransId="{83237447-9335-4AE9-AE0A-87D19717D1A1}" sibTransId="{F70C2615-7A28-4486-A9F0-55844C4D09D8}"/>
    <dgm:cxn modelId="{3ED6671E-7192-4D22-ACBA-6EB76DC3A64C}" type="presOf" srcId="{EC397BE6-0448-4A33-94D5-2BD4513F8417}" destId="{6965D0E4-5A94-4243-A12A-DD30A20E07A0}" srcOrd="0" destOrd="0" presId="urn:microsoft.com/office/officeart/2005/8/layout/default"/>
    <dgm:cxn modelId="{8A8F9A54-0563-4295-B1B7-C6AEA826F1C0}" type="presOf" srcId="{99BAB78D-ABC8-4070-93FC-0F613F70D9B6}" destId="{5880C7E1-6F72-415A-998F-20F99732745A}" srcOrd="0" destOrd="0" presId="urn:microsoft.com/office/officeart/2005/8/layout/default"/>
    <dgm:cxn modelId="{344FA058-4D35-4598-86FA-C58549FC3435}" type="presOf" srcId="{31A15AAB-E919-4CE5-9CD8-40BD4687D0E8}" destId="{69FF3F92-E0FF-4F77-B4FB-1D8F9F80ECBF}" srcOrd="0" destOrd="0" presId="urn:microsoft.com/office/officeart/2005/8/layout/default"/>
    <dgm:cxn modelId="{62075F80-3E81-42F7-B333-FF90524997D6}" type="presOf" srcId="{48965002-FC58-4A8F-A08F-251F1A25EEC4}" destId="{27E133C6-ADAB-4927-9B1B-FB8185B2EDC4}" srcOrd="0" destOrd="0" presId="urn:microsoft.com/office/officeart/2005/8/layout/default"/>
    <dgm:cxn modelId="{3B189687-2D9B-4D9C-B9B0-40927D579C48}" type="presOf" srcId="{03E6404B-7BB7-4E25-AE73-8F757A0FAE07}" destId="{A46E7AD0-41CA-442B-A49F-CD6342B88007}" srcOrd="0" destOrd="0" presId="urn:microsoft.com/office/officeart/2005/8/layout/default"/>
    <dgm:cxn modelId="{760CEA93-F248-48B1-BFC2-7334C541F521}" srcId="{EC397BE6-0448-4A33-94D5-2BD4513F8417}" destId="{48965002-FC58-4A8F-A08F-251F1A25EEC4}" srcOrd="4" destOrd="0" parTransId="{63F59365-D172-4AC4-B190-F1A73BCD3245}" sibTransId="{31053CB7-0369-4BBF-A07D-B71D0AF932D3}"/>
    <dgm:cxn modelId="{C6835EA4-CF2E-447A-A3A3-9C0002186CEE}" type="presOf" srcId="{AB80898D-2729-4440-B4B6-2C6250BEAA39}" destId="{DF4A9B8C-591D-429F-8E3F-58B764127F0D}" srcOrd="0" destOrd="0" presId="urn:microsoft.com/office/officeart/2005/8/layout/default"/>
    <dgm:cxn modelId="{197C2CA7-8439-46CF-BED5-2C3A5CD46F33}" srcId="{EC397BE6-0448-4A33-94D5-2BD4513F8417}" destId="{31A15AAB-E919-4CE5-9CD8-40BD4687D0E8}" srcOrd="3" destOrd="0" parTransId="{B84AB6DD-0C01-432D-82B2-3B8877620B5A}" sibTransId="{CDFE7946-6ACB-42E0-8A14-EEB71FE33CE8}"/>
    <dgm:cxn modelId="{4F2C75C9-6873-42D8-BE5F-2079ED7E6F67}" srcId="{EC397BE6-0448-4A33-94D5-2BD4513F8417}" destId="{99BAB78D-ABC8-4070-93FC-0F613F70D9B6}" srcOrd="1" destOrd="0" parTransId="{5DBAC5F8-6353-4A05-B93B-4FD9A16B8531}" sibTransId="{857CC4B8-5500-4D13-BE2B-E4C59BD80199}"/>
    <dgm:cxn modelId="{515E2DE1-57A7-41EB-993A-06910E27F8F8}" srcId="{EC397BE6-0448-4A33-94D5-2BD4513F8417}" destId="{03E6404B-7BB7-4E25-AE73-8F757A0FAE07}" srcOrd="2" destOrd="0" parTransId="{60FC55DD-7872-4823-86FF-E498505011D9}" sibTransId="{B3D0818B-D502-4447-8C2C-1857ECD1B3B9}"/>
    <dgm:cxn modelId="{CCC883B3-8744-41F4-9933-8402EB1F0F8A}" type="presParOf" srcId="{6965D0E4-5A94-4243-A12A-DD30A20E07A0}" destId="{DF4A9B8C-591D-429F-8E3F-58B764127F0D}" srcOrd="0" destOrd="0" presId="urn:microsoft.com/office/officeart/2005/8/layout/default"/>
    <dgm:cxn modelId="{AC616AB0-30F5-4F7D-870F-177C29E105F3}" type="presParOf" srcId="{6965D0E4-5A94-4243-A12A-DD30A20E07A0}" destId="{AF3A50C2-01CA-4A31-92E9-97C5AEE26CBF}" srcOrd="1" destOrd="0" presId="urn:microsoft.com/office/officeart/2005/8/layout/default"/>
    <dgm:cxn modelId="{F1399344-8009-42D8-9745-51E0D1FF7AE2}" type="presParOf" srcId="{6965D0E4-5A94-4243-A12A-DD30A20E07A0}" destId="{5880C7E1-6F72-415A-998F-20F99732745A}" srcOrd="2" destOrd="0" presId="urn:microsoft.com/office/officeart/2005/8/layout/default"/>
    <dgm:cxn modelId="{26ECD4DC-5742-4A31-9860-380E5C816A26}" type="presParOf" srcId="{6965D0E4-5A94-4243-A12A-DD30A20E07A0}" destId="{C5D04180-83E3-4F88-8A83-826EFD88AE11}" srcOrd="3" destOrd="0" presId="urn:microsoft.com/office/officeart/2005/8/layout/default"/>
    <dgm:cxn modelId="{238DE1A3-480A-4046-874F-22E49C96930D}" type="presParOf" srcId="{6965D0E4-5A94-4243-A12A-DD30A20E07A0}" destId="{A46E7AD0-41CA-442B-A49F-CD6342B88007}" srcOrd="4" destOrd="0" presId="urn:microsoft.com/office/officeart/2005/8/layout/default"/>
    <dgm:cxn modelId="{5ECCADBC-4932-4EC3-ABE3-4CB490983598}" type="presParOf" srcId="{6965D0E4-5A94-4243-A12A-DD30A20E07A0}" destId="{DDC46D7B-C105-4D16-8D2B-5B246EF46AA6}" srcOrd="5" destOrd="0" presId="urn:microsoft.com/office/officeart/2005/8/layout/default"/>
    <dgm:cxn modelId="{8C01804F-4AB2-498E-B094-E2307E784CA6}" type="presParOf" srcId="{6965D0E4-5A94-4243-A12A-DD30A20E07A0}" destId="{69FF3F92-E0FF-4F77-B4FB-1D8F9F80ECBF}" srcOrd="6" destOrd="0" presId="urn:microsoft.com/office/officeart/2005/8/layout/default"/>
    <dgm:cxn modelId="{0E6E108A-B910-46A9-B896-89B55E414C01}" type="presParOf" srcId="{6965D0E4-5A94-4243-A12A-DD30A20E07A0}" destId="{1E0B53E6-B09D-40D5-B783-6C870575028F}" srcOrd="7" destOrd="0" presId="urn:microsoft.com/office/officeart/2005/8/layout/default"/>
    <dgm:cxn modelId="{6F5B4685-3B4B-4C5C-8351-CA5D82B57438}" type="presParOf" srcId="{6965D0E4-5A94-4243-A12A-DD30A20E07A0}" destId="{27E133C6-ADAB-4927-9B1B-FB8185B2EDC4}" srcOrd="8" destOrd="0" presId="urn:microsoft.com/office/officeart/2005/8/layout/defaul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.xml><?xml version="1.0" encoding="utf-8"?>
<dgm:dataModel xmlns:dgm="http://schemas.openxmlformats.org/drawingml/2006/diagram" xmlns:a="http://schemas.openxmlformats.org/drawingml/2006/main">
  <dgm:ptLst>
    <dgm:pt modelId="{47B7BF6B-664A-4E05-A37C-AECA869AB6E3}" type="doc">
      <dgm:prSet loTypeId="urn:microsoft.com/office/officeart/2005/8/layout/vList5" loCatId="list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endParaRPr lang="en-US"/>
        </a:p>
      </dgm:t>
    </dgm:pt>
    <dgm:pt modelId="{D2288E35-DC64-46F8-BA88-CEDF456B2324}">
      <dgm:prSet/>
      <dgm:spPr/>
      <dgm:t>
        <a:bodyPr/>
        <a:lstStyle/>
        <a:p>
          <a:r>
            <a:rPr lang="en-US"/>
            <a:t>• Mô hình Habit: id, name, type, totalDays.</a:t>
          </a:r>
        </a:p>
      </dgm:t>
    </dgm:pt>
    <dgm:pt modelId="{DF07E232-FAC5-4B94-A741-926356B54ED3}" type="parTrans" cxnId="{CBA35403-1954-4EB9-88BB-6DE3039060C3}">
      <dgm:prSet/>
      <dgm:spPr/>
      <dgm:t>
        <a:bodyPr/>
        <a:lstStyle/>
        <a:p>
          <a:endParaRPr lang="en-US"/>
        </a:p>
      </dgm:t>
    </dgm:pt>
    <dgm:pt modelId="{E9E1B1D1-F878-4739-BF1B-A14FE59E7AC9}" type="sibTrans" cxnId="{CBA35403-1954-4EB9-88BB-6DE3039060C3}">
      <dgm:prSet/>
      <dgm:spPr/>
      <dgm:t>
        <a:bodyPr/>
        <a:lstStyle/>
        <a:p>
          <a:endParaRPr lang="en-US"/>
        </a:p>
      </dgm:t>
    </dgm:pt>
    <dgm:pt modelId="{912E4ECB-0E50-4A54-A17A-C2066DC94DB8}">
      <dgm:prSet/>
      <dgm:spPr/>
      <dgm:t>
        <a:bodyPr/>
        <a:lstStyle/>
        <a:p>
          <a:r>
            <a:rPr lang="en-US" dirty="0"/>
            <a:t>• </a:t>
          </a:r>
          <a:r>
            <a:rPr lang="en-US" dirty="0" err="1"/>
            <a:t>completionLog</a:t>
          </a:r>
          <a:r>
            <a:rPr lang="en-US" dirty="0"/>
            <a:t>: Map&lt;</a:t>
          </a:r>
          <a:r>
            <a:rPr lang="en-US" dirty="0" err="1"/>
            <a:t>DateTime</a:t>
          </a:r>
          <a:r>
            <a:rPr lang="en-US" dirty="0"/>
            <a:t>, bool&gt; </a:t>
          </a:r>
          <a:r>
            <a:rPr lang="en-US" dirty="0" err="1"/>
            <a:t>cho</a:t>
          </a:r>
          <a:r>
            <a:rPr lang="en-US" dirty="0"/>
            <a:t> </a:t>
          </a:r>
          <a:r>
            <a:rPr lang="en-US" dirty="0" err="1"/>
            <a:t>phép</a:t>
          </a:r>
          <a:r>
            <a:rPr lang="en-US" dirty="0"/>
            <a:t> </a:t>
          </a:r>
          <a:r>
            <a:rPr lang="en-US" dirty="0" err="1"/>
            <a:t>tính</a:t>
          </a:r>
          <a:r>
            <a:rPr lang="en-US" dirty="0"/>
            <a:t> </a:t>
          </a:r>
          <a:r>
            <a:rPr lang="en-US" dirty="0" err="1"/>
            <a:t>chuỗi</a:t>
          </a:r>
          <a:r>
            <a:rPr lang="en-US" dirty="0"/>
            <a:t> </a:t>
          </a:r>
          <a:r>
            <a:rPr lang="en-US" dirty="0" err="1"/>
            <a:t>chính</a:t>
          </a:r>
          <a:r>
            <a:rPr lang="en-US" dirty="0"/>
            <a:t> </a:t>
          </a:r>
          <a:r>
            <a:rPr lang="en-US" dirty="0" err="1"/>
            <a:t>xác</a:t>
          </a:r>
          <a:r>
            <a:rPr lang="en-US" dirty="0"/>
            <a:t>.</a:t>
          </a:r>
        </a:p>
      </dgm:t>
    </dgm:pt>
    <dgm:pt modelId="{F529AC8B-1452-4170-BB39-5439B2F677C7}" type="parTrans" cxnId="{524CDB83-5F35-4F42-855D-77669D6783CA}">
      <dgm:prSet/>
      <dgm:spPr/>
      <dgm:t>
        <a:bodyPr/>
        <a:lstStyle/>
        <a:p>
          <a:endParaRPr lang="en-US"/>
        </a:p>
      </dgm:t>
    </dgm:pt>
    <dgm:pt modelId="{3C6256EA-91F0-48D1-849C-D22B69EEF10E}" type="sibTrans" cxnId="{524CDB83-5F35-4F42-855D-77669D6783CA}">
      <dgm:prSet/>
      <dgm:spPr/>
      <dgm:t>
        <a:bodyPr/>
        <a:lstStyle/>
        <a:p>
          <a:endParaRPr lang="en-US"/>
        </a:p>
      </dgm:t>
    </dgm:pt>
    <dgm:pt modelId="{0B1CA992-91E0-44B3-9905-39490D34C7C9}">
      <dgm:prSet/>
      <dgm:spPr/>
      <dgm:t>
        <a:bodyPr/>
        <a:lstStyle/>
        <a:p>
          <a:r>
            <a:rPr lang="en-US"/>
            <a:t>• Lợi ích: Hỗ trợ TableCalendar để đánh dấu ngày hoàn thành.</a:t>
          </a:r>
        </a:p>
      </dgm:t>
    </dgm:pt>
    <dgm:pt modelId="{BDE275C3-8958-4A05-A697-DA435BF602B6}" type="parTrans" cxnId="{9DE4C0EF-933C-40CC-920D-C14A222CF161}">
      <dgm:prSet/>
      <dgm:spPr/>
      <dgm:t>
        <a:bodyPr/>
        <a:lstStyle/>
        <a:p>
          <a:endParaRPr lang="en-US"/>
        </a:p>
      </dgm:t>
    </dgm:pt>
    <dgm:pt modelId="{C62C8CCD-3A8B-4352-B6AD-4FC2E34E6577}" type="sibTrans" cxnId="{9DE4C0EF-933C-40CC-920D-C14A222CF161}">
      <dgm:prSet/>
      <dgm:spPr/>
      <dgm:t>
        <a:bodyPr/>
        <a:lstStyle/>
        <a:p>
          <a:endParaRPr lang="en-US"/>
        </a:p>
      </dgm:t>
    </dgm:pt>
    <dgm:pt modelId="{6D38310A-7008-452D-B771-31091FB98953}" type="pres">
      <dgm:prSet presAssocID="{47B7BF6B-664A-4E05-A37C-AECA869AB6E3}" presName="Name0" presStyleCnt="0">
        <dgm:presLayoutVars>
          <dgm:dir/>
          <dgm:animLvl val="lvl"/>
          <dgm:resizeHandles val="exact"/>
        </dgm:presLayoutVars>
      </dgm:prSet>
      <dgm:spPr/>
    </dgm:pt>
    <dgm:pt modelId="{EEDA8ACD-8E52-4A08-8072-1CCC0F1CAFA3}" type="pres">
      <dgm:prSet presAssocID="{D2288E35-DC64-46F8-BA88-CEDF456B2324}" presName="linNode" presStyleCnt="0"/>
      <dgm:spPr/>
    </dgm:pt>
    <dgm:pt modelId="{51EEB9A9-0C59-4716-BAE4-51E07869879E}" type="pres">
      <dgm:prSet presAssocID="{D2288E35-DC64-46F8-BA88-CEDF456B2324}" presName="parentText" presStyleLbl="node1" presStyleIdx="0" presStyleCnt="3" custScaleX="207037">
        <dgm:presLayoutVars>
          <dgm:chMax val="1"/>
          <dgm:bulletEnabled val="1"/>
        </dgm:presLayoutVars>
      </dgm:prSet>
      <dgm:spPr/>
    </dgm:pt>
    <dgm:pt modelId="{B66840BD-1CA8-4AB3-B313-0756FF6C2013}" type="pres">
      <dgm:prSet presAssocID="{E9E1B1D1-F878-4739-BF1B-A14FE59E7AC9}" presName="sp" presStyleCnt="0"/>
      <dgm:spPr/>
    </dgm:pt>
    <dgm:pt modelId="{D84421DB-ADD5-4D6C-99A5-8E864A3AC333}" type="pres">
      <dgm:prSet presAssocID="{912E4ECB-0E50-4A54-A17A-C2066DC94DB8}" presName="linNode" presStyleCnt="0"/>
      <dgm:spPr/>
    </dgm:pt>
    <dgm:pt modelId="{D558BA4D-5A2C-4EAA-8351-795D2E811225}" type="pres">
      <dgm:prSet presAssocID="{912E4ECB-0E50-4A54-A17A-C2066DC94DB8}" presName="parentText" presStyleLbl="node1" presStyleIdx="1" presStyleCnt="3" custScaleX="207037">
        <dgm:presLayoutVars>
          <dgm:chMax val="1"/>
          <dgm:bulletEnabled val="1"/>
        </dgm:presLayoutVars>
      </dgm:prSet>
      <dgm:spPr/>
    </dgm:pt>
    <dgm:pt modelId="{E5704EC5-B5C1-4AA6-B9A7-5B01453FEAE3}" type="pres">
      <dgm:prSet presAssocID="{3C6256EA-91F0-48D1-849C-D22B69EEF10E}" presName="sp" presStyleCnt="0"/>
      <dgm:spPr/>
    </dgm:pt>
    <dgm:pt modelId="{9C1DC558-38CD-4F1E-978F-555DFF828776}" type="pres">
      <dgm:prSet presAssocID="{0B1CA992-91E0-44B3-9905-39490D34C7C9}" presName="linNode" presStyleCnt="0"/>
      <dgm:spPr/>
    </dgm:pt>
    <dgm:pt modelId="{68D5DE9E-A064-4FE9-BA09-3B19D3555DAC}" type="pres">
      <dgm:prSet presAssocID="{0B1CA992-91E0-44B3-9905-39490D34C7C9}" presName="parentText" presStyleLbl="node1" presStyleIdx="2" presStyleCnt="3" custScaleX="207037">
        <dgm:presLayoutVars>
          <dgm:chMax val="1"/>
          <dgm:bulletEnabled val="1"/>
        </dgm:presLayoutVars>
      </dgm:prSet>
      <dgm:spPr/>
    </dgm:pt>
  </dgm:ptLst>
  <dgm:cxnLst>
    <dgm:cxn modelId="{CBA35403-1954-4EB9-88BB-6DE3039060C3}" srcId="{47B7BF6B-664A-4E05-A37C-AECA869AB6E3}" destId="{D2288E35-DC64-46F8-BA88-CEDF456B2324}" srcOrd="0" destOrd="0" parTransId="{DF07E232-FAC5-4B94-A741-926356B54ED3}" sibTransId="{E9E1B1D1-F878-4739-BF1B-A14FE59E7AC9}"/>
    <dgm:cxn modelId="{EFA1D80C-8322-479C-B2D2-14635C950AD0}" type="presOf" srcId="{912E4ECB-0E50-4A54-A17A-C2066DC94DB8}" destId="{D558BA4D-5A2C-4EAA-8351-795D2E811225}" srcOrd="0" destOrd="0" presId="urn:microsoft.com/office/officeart/2005/8/layout/vList5"/>
    <dgm:cxn modelId="{F7B4EA23-64FC-41DC-8427-BAFB18790A11}" type="presOf" srcId="{0B1CA992-91E0-44B3-9905-39490D34C7C9}" destId="{68D5DE9E-A064-4FE9-BA09-3B19D3555DAC}" srcOrd="0" destOrd="0" presId="urn:microsoft.com/office/officeart/2005/8/layout/vList5"/>
    <dgm:cxn modelId="{524CDB83-5F35-4F42-855D-77669D6783CA}" srcId="{47B7BF6B-664A-4E05-A37C-AECA869AB6E3}" destId="{912E4ECB-0E50-4A54-A17A-C2066DC94DB8}" srcOrd="1" destOrd="0" parTransId="{F529AC8B-1452-4170-BB39-5439B2F677C7}" sibTransId="{3C6256EA-91F0-48D1-849C-D22B69EEF10E}"/>
    <dgm:cxn modelId="{573020C1-FC82-46AA-87C1-E04F09707944}" type="presOf" srcId="{47B7BF6B-664A-4E05-A37C-AECA869AB6E3}" destId="{6D38310A-7008-452D-B771-31091FB98953}" srcOrd="0" destOrd="0" presId="urn:microsoft.com/office/officeart/2005/8/layout/vList5"/>
    <dgm:cxn modelId="{747215EC-789F-4FC0-B734-F693F8773869}" type="presOf" srcId="{D2288E35-DC64-46F8-BA88-CEDF456B2324}" destId="{51EEB9A9-0C59-4716-BAE4-51E07869879E}" srcOrd="0" destOrd="0" presId="urn:microsoft.com/office/officeart/2005/8/layout/vList5"/>
    <dgm:cxn modelId="{9DE4C0EF-933C-40CC-920D-C14A222CF161}" srcId="{47B7BF6B-664A-4E05-A37C-AECA869AB6E3}" destId="{0B1CA992-91E0-44B3-9905-39490D34C7C9}" srcOrd="2" destOrd="0" parTransId="{BDE275C3-8958-4A05-A697-DA435BF602B6}" sibTransId="{C62C8CCD-3A8B-4352-B6AD-4FC2E34E6577}"/>
    <dgm:cxn modelId="{6009DA3A-2645-41E8-B53B-500357691D68}" type="presParOf" srcId="{6D38310A-7008-452D-B771-31091FB98953}" destId="{EEDA8ACD-8E52-4A08-8072-1CCC0F1CAFA3}" srcOrd="0" destOrd="0" presId="urn:microsoft.com/office/officeart/2005/8/layout/vList5"/>
    <dgm:cxn modelId="{C330024B-C2E2-439C-8427-50BAC46EDC84}" type="presParOf" srcId="{EEDA8ACD-8E52-4A08-8072-1CCC0F1CAFA3}" destId="{51EEB9A9-0C59-4716-BAE4-51E07869879E}" srcOrd="0" destOrd="0" presId="urn:microsoft.com/office/officeart/2005/8/layout/vList5"/>
    <dgm:cxn modelId="{125D03DF-2247-4213-BEE2-B1C1101D04F9}" type="presParOf" srcId="{6D38310A-7008-452D-B771-31091FB98953}" destId="{B66840BD-1CA8-4AB3-B313-0756FF6C2013}" srcOrd="1" destOrd="0" presId="urn:microsoft.com/office/officeart/2005/8/layout/vList5"/>
    <dgm:cxn modelId="{93F0BA5D-B4D6-41AD-9D7B-1CE52346989A}" type="presParOf" srcId="{6D38310A-7008-452D-B771-31091FB98953}" destId="{D84421DB-ADD5-4D6C-99A5-8E864A3AC333}" srcOrd="2" destOrd="0" presId="urn:microsoft.com/office/officeart/2005/8/layout/vList5"/>
    <dgm:cxn modelId="{2E7275DA-016B-4F28-90D0-CFD9B63CA471}" type="presParOf" srcId="{D84421DB-ADD5-4D6C-99A5-8E864A3AC333}" destId="{D558BA4D-5A2C-4EAA-8351-795D2E811225}" srcOrd="0" destOrd="0" presId="urn:microsoft.com/office/officeart/2005/8/layout/vList5"/>
    <dgm:cxn modelId="{45D1A1F9-8900-404E-AB51-D6FA58700704}" type="presParOf" srcId="{6D38310A-7008-452D-B771-31091FB98953}" destId="{E5704EC5-B5C1-4AA6-B9A7-5B01453FEAE3}" srcOrd="3" destOrd="0" presId="urn:microsoft.com/office/officeart/2005/8/layout/vList5"/>
    <dgm:cxn modelId="{302D9918-50D5-4147-AAF8-4B0B85E71D3E}" type="presParOf" srcId="{6D38310A-7008-452D-B771-31091FB98953}" destId="{9C1DC558-38CD-4F1E-978F-555DFF828776}" srcOrd="4" destOrd="0" presId="urn:microsoft.com/office/officeart/2005/8/layout/vList5"/>
    <dgm:cxn modelId="{425D3176-64FA-4745-8451-4768017707A2}" type="presParOf" srcId="{9C1DC558-38CD-4F1E-978F-555DFF828776}" destId="{68D5DE9E-A064-4FE9-BA09-3B19D3555DAC}" srcOrd="0" destOrd="0" presId="urn:microsoft.com/office/officeart/2005/8/layout/vList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.xml><?xml version="1.0" encoding="utf-8"?>
<dgm:dataModel xmlns:dgm="http://schemas.openxmlformats.org/drawingml/2006/diagram" xmlns:a="http://schemas.openxmlformats.org/drawingml/2006/main">
  <dgm:ptLst>
    <dgm:pt modelId="{DFF8575B-BD62-4341-A40E-CE402882CE06}" type="doc">
      <dgm:prSet loTypeId="urn:microsoft.com/office/officeart/2005/8/layout/vList5" loCatId="list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endParaRPr lang="en-US"/>
        </a:p>
      </dgm:t>
    </dgm:pt>
    <dgm:pt modelId="{D8D28F55-7E0E-4DB8-A5FE-38413E8784E2}">
      <dgm:prSet/>
      <dgm:spPr/>
      <dgm:t>
        <a:bodyPr/>
        <a:lstStyle/>
        <a:p>
          <a:r>
            <a:rPr lang="en-US" dirty="0"/>
            <a:t>• Logic </a:t>
          </a:r>
          <a:r>
            <a:rPr lang="en-US" dirty="0" err="1"/>
            <a:t>tính</a:t>
          </a:r>
          <a:r>
            <a:rPr lang="en-US" dirty="0"/>
            <a:t> </a:t>
          </a:r>
          <a:r>
            <a:rPr lang="en-US" dirty="0" err="1"/>
            <a:t>chuỗi</a:t>
          </a:r>
          <a:r>
            <a:rPr lang="en-US" dirty="0"/>
            <a:t> (streak): </a:t>
          </a:r>
          <a:r>
            <a:rPr lang="en-US" dirty="0" err="1"/>
            <a:t>Duyệt</a:t>
          </a:r>
          <a:r>
            <a:rPr lang="en-US" dirty="0"/>
            <a:t> </a:t>
          </a:r>
          <a:r>
            <a:rPr lang="en-US" dirty="0" err="1"/>
            <a:t>ngược</a:t>
          </a:r>
          <a:r>
            <a:rPr lang="en-US" dirty="0"/>
            <a:t> </a:t>
          </a:r>
          <a:r>
            <a:rPr lang="en-US" dirty="0" err="1"/>
            <a:t>ngày</a:t>
          </a:r>
          <a:r>
            <a:rPr lang="en-US" dirty="0"/>
            <a:t> </a:t>
          </a:r>
          <a:r>
            <a:rPr lang="en-US" dirty="0" err="1"/>
            <a:t>liên</a:t>
          </a:r>
          <a:r>
            <a:rPr lang="en-US" dirty="0"/>
            <a:t> </a:t>
          </a:r>
          <a:r>
            <a:rPr lang="en-US" dirty="0" err="1"/>
            <a:t>tục</a:t>
          </a:r>
          <a:r>
            <a:rPr lang="en-US" dirty="0"/>
            <a:t>.</a:t>
          </a:r>
        </a:p>
      </dgm:t>
    </dgm:pt>
    <dgm:pt modelId="{1D559F4F-24CB-454B-8F88-DBB7693F2A1E}" type="parTrans" cxnId="{8A9A0E89-E06A-46C1-B52E-EC849354D930}">
      <dgm:prSet/>
      <dgm:spPr/>
      <dgm:t>
        <a:bodyPr/>
        <a:lstStyle/>
        <a:p>
          <a:endParaRPr lang="en-US"/>
        </a:p>
      </dgm:t>
    </dgm:pt>
    <dgm:pt modelId="{0D53C215-3161-498D-9958-4A9A4D5B40C8}" type="sibTrans" cxnId="{8A9A0E89-E06A-46C1-B52E-EC849354D930}">
      <dgm:prSet/>
      <dgm:spPr/>
      <dgm:t>
        <a:bodyPr/>
        <a:lstStyle/>
        <a:p>
          <a:endParaRPr lang="en-US"/>
        </a:p>
      </dgm:t>
    </dgm:pt>
    <dgm:pt modelId="{C485F245-1DD4-405B-9D1D-98CB90807E03}">
      <dgm:prSet/>
      <dgm:spPr/>
      <dgm:t>
        <a:bodyPr/>
        <a:lstStyle/>
        <a:p>
          <a:r>
            <a:rPr lang="en-US"/>
            <a:t>• Logic hoàn thành thử thách: Khi tick đủ totalDays, chuyển sang danh sách hoàn thành.</a:t>
          </a:r>
        </a:p>
      </dgm:t>
    </dgm:pt>
    <dgm:pt modelId="{D98A9B02-9559-428C-A09E-8CA16F11EB4F}" type="parTrans" cxnId="{1EBD6BD7-8CB6-4BF0-AC19-434591197C8D}">
      <dgm:prSet/>
      <dgm:spPr/>
      <dgm:t>
        <a:bodyPr/>
        <a:lstStyle/>
        <a:p>
          <a:endParaRPr lang="en-US"/>
        </a:p>
      </dgm:t>
    </dgm:pt>
    <dgm:pt modelId="{0FD6D8DA-8CF4-450F-BA01-A04B9030CD84}" type="sibTrans" cxnId="{1EBD6BD7-8CB6-4BF0-AC19-434591197C8D}">
      <dgm:prSet/>
      <dgm:spPr/>
      <dgm:t>
        <a:bodyPr/>
        <a:lstStyle/>
        <a:p>
          <a:endParaRPr lang="en-US"/>
        </a:p>
      </dgm:t>
    </dgm:pt>
    <dgm:pt modelId="{1772E9A3-E7B2-4CBA-8002-A11435F63D13}">
      <dgm:prSet/>
      <dgm:spPr/>
      <dgm:t>
        <a:bodyPr/>
        <a:lstStyle/>
        <a:p>
          <a:r>
            <a:rPr lang="en-US"/>
            <a:t>• Kích hoạt màn hình chúc mừng với hiệu ứng confetti.</a:t>
          </a:r>
        </a:p>
      </dgm:t>
    </dgm:pt>
    <dgm:pt modelId="{27B1C691-78F0-4CB1-961E-150CD7EAFEFC}" type="parTrans" cxnId="{ED7A6029-C062-4CAA-B146-F14AC2607BC3}">
      <dgm:prSet/>
      <dgm:spPr/>
      <dgm:t>
        <a:bodyPr/>
        <a:lstStyle/>
        <a:p>
          <a:endParaRPr lang="en-US"/>
        </a:p>
      </dgm:t>
    </dgm:pt>
    <dgm:pt modelId="{55818BB2-CE6D-4E2B-9F5B-21838FA8F0F1}" type="sibTrans" cxnId="{ED7A6029-C062-4CAA-B146-F14AC2607BC3}">
      <dgm:prSet/>
      <dgm:spPr/>
      <dgm:t>
        <a:bodyPr/>
        <a:lstStyle/>
        <a:p>
          <a:endParaRPr lang="en-US"/>
        </a:p>
      </dgm:t>
    </dgm:pt>
    <dgm:pt modelId="{996A284F-1EF0-468C-ADF8-A17307B95DA0}" type="pres">
      <dgm:prSet presAssocID="{DFF8575B-BD62-4341-A40E-CE402882CE06}" presName="Name0" presStyleCnt="0">
        <dgm:presLayoutVars>
          <dgm:dir/>
          <dgm:animLvl val="lvl"/>
          <dgm:resizeHandles val="exact"/>
        </dgm:presLayoutVars>
      </dgm:prSet>
      <dgm:spPr/>
    </dgm:pt>
    <dgm:pt modelId="{C260A52B-C5CC-4AC6-841A-6C3B92A8F173}" type="pres">
      <dgm:prSet presAssocID="{D8D28F55-7E0E-4DB8-A5FE-38413E8784E2}" presName="linNode" presStyleCnt="0"/>
      <dgm:spPr/>
    </dgm:pt>
    <dgm:pt modelId="{20171F05-75EF-4C66-B819-B0302BE117F6}" type="pres">
      <dgm:prSet presAssocID="{D8D28F55-7E0E-4DB8-A5FE-38413E8784E2}" presName="parentText" presStyleLbl="node1" presStyleIdx="0" presStyleCnt="3" custScaleX="212183" custLinFactNeighborX="-2573">
        <dgm:presLayoutVars>
          <dgm:chMax val="1"/>
          <dgm:bulletEnabled val="1"/>
        </dgm:presLayoutVars>
      </dgm:prSet>
      <dgm:spPr/>
    </dgm:pt>
    <dgm:pt modelId="{FEB54966-4BF4-42E0-9062-6A47AA60A299}" type="pres">
      <dgm:prSet presAssocID="{0D53C215-3161-498D-9958-4A9A4D5B40C8}" presName="sp" presStyleCnt="0"/>
      <dgm:spPr/>
    </dgm:pt>
    <dgm:pt modelId="{DF0EF67F-388D-4437-B313-7D1861397BBE}" type="pres">
      <dgm:prSet presAssocID="{C485F245-1DD4-405B-9D1D-98CB90807E03}" presName="linNode" presStyleCnt="0"/>
      <dgm:spPr/>
    </dgm:pt>
    <dgm:pt modelId="{1032BCDE-A338-4626-8433-4D48AB8D257D}" type="pres">
      <dgm:prSet presAssocID="{C485F245-1DD4-405B-9D1D-98CB90807E03}" presName="parentText" presStyleLbl="node1" presStyleIdx="1" presStyleCnt="3" custScaleX="212183" custLinFactNeighborX="-2573">
        <dgm:presLayoutVars>
          <dgm:chMax val="1"/>
          <dgm:bulletEnabled val="1"/>
        </dgm:presLayoutVars>
      </dgm:prSet>
      <dgm:spPr/>
    </dgm:pt>
    <dgm:pt modelId="{43C684D3-8126-49A5-BB1D-46392BF75D6B}" type="pres">
      <dgm:prSet presAssocID="{0FD6D8DA-8CF4-450F-BA01-A04B9030CD84}" presName="sp" presStyleCnt="0"/>
      <dgm:spPr/>
    </dgm:pt>
    <dgm:pt modelId="{5E778CC1-1372-4300-8722-C04FC0E1C0F1}" type="pres">
      <dgm:prSet presAssocID="{1772E9A3-E7B2-4CBA-8002-A11435F63D13}" presName="linNode" presStyleCnt="0"/>
      <dgm:spPr/>
    </dgm:pt>
    <dgm:pt modelId="{89070FB5-55B7-402F-B4C6-413176330A7D}" type="pres">
      <dgm:prSet presAssocID="{1772E9A3-E7B2-4CBA-8002-A11435F63D13}" presName="parentText" presStyleLbl="node1" presStyleIdx="2" presStyleCnt="3" custScaleX="212183" custLinFactNeighborX="-2573">
        <dgm:presLayoutVars>
          <dgm:chMax val="1"/>
          <dgm:bulletEnabled val="1"/>
        </dgm:presLayoutVars>
      </dgm:prSet>
      <dgm:spPr/>
    </dgm:pt>
  </dgm:ptLst>
  <dgm:cxnLst>
    <dgm:cxn modelId="{22296603-4FCF-41C3-815B-ECC2C5C32D19}" type="presOf" srcId="{C485F245-1DD4-405B-9D1D-98CB90807E03}" destId="{1032BCDE-A338-4626-8433-4D48AB8D257D}" srcOrd="0" destOrd="0" presId="urn:microsoft.com/office/officeart/2005/8/layout/vList5"/>
    <dgm:cxn modelId="{ED7A6029-C062-4CAA-B146-F14AC2607BC3}" srcId="{DFF8575B-BD62-4341-A40E-CE402882CE06}" destId="{1772E9A3-E7B2-4CBA-8002-A11435F63D13}" srcOrd="2" destOrd="0" parTransId="{27B1C691-78F0-4CB1-961E-150CD7EAFEFC}" sibTransId="{55818BB2-CE6D-4E2B-9F5B-21838FA8F0F1}"/>
    <dgm:cxn modelId="{980B7651-85C3-4912-B0DA-5E8A41EB4F37}" type="presOf" srcId="{1772E9A3-E7B2-4CBA-8002-A11435F63D13}" destId="{89070FB5-55B7-402F-B4C6-413176330A7D}" srcOrd="0" destOrd="0" presId="urn:microsoft.com/office/officeart/2005/8/layout/vList5"/>
    <dgm:cxn modelId="{8A9A0E89-E06A-46C1-B52E-EC849354D930}" srcId="{DFF8575B-BD62-4341-A40E-CE402882CE06}" destId="{D8D28F55-7E0E-4DB8-A5FE-38413E8784E2}" srcOrd="0" destOrd="0" parTransId="{1D559F4F-24CB-454B-8F88-DBB7693F2A1E}" sibTransId="{0D53C215-3161-498D-9958-4A9A4D5B40C8}"/>
    <dgm:cxn modelId="{B8F5D096-DFAA-4256-80DA-7417AB533C9D}" type="presOf" srcId="{DFF8575B-BD62-4341-A40E-CE402882CE06}" destId="{996A284F-1EF0-468C-ADF8-A17307B95DA0}" srcOrd="0" destOrd="0" presId="urn:microsoft.com/office/officeart/2005/8/layout/vList5"/>
    <dgm:cxn modelId="{1EBD6BD7-8CB6-4BF0-AC19-434591197C8D}" srcId="{DFF8575B-BD62-4341-A40E-CE402882CE06}" destId="{C485F245-1DD4-405B-9D1D-98CB90807E03}" srcOrd="1" destOrd="0" parTransId="{D98A9B02-9559-428C-A09E-8CA16F11EB4F}" sibTransId="{0FD6D8DA-8CF4-450F-BA01-A04B9030CD84}"/>
    <dgm:cxn modelId="{C20787D9-58FA-4D0F-B525-5A4E010DE86C}" type="presOf" srcId="{D8D28F55-7E0E-4DB8-A5FE-38413E8784E2}" destId="{20171F05-75EF-4C66-B819-B0302BE117F6}" srcOrd="0" destOrd="0" presId="urn:microsoft.com/office/officeart/2005/8/layout/vList5"/>
    <dgm:cxn modelId="{14DAC70F-CD14-4D8E-87BD-BE10B80BD545}" type="presParOf" srcId="{996A284F-1EF0-468C-ADF8-A17307B95DA0}" destId="{C260A52B-C5CC-4AC6-841A-6C3B92A8F173}" srcOrd="0" destOrd="0" presId="urn:microsoft.com/office/officeart/2005/8/layout/vList5"/>
    <dgm:cxn modelId="{2EE26508-764E-4883-8801-29E2D43F5229}" type="presParOf" srcId="{C260A52B-C5CC-4AC6-841A-6C3B92A8F173}" destId="{20171F05-75EF-4C66-B819-B0302BE117F6}" srcOrd="0" destOrd="0" presId="urn:microsoft.com/office/officeart/2005/8/layout/vList5"/>
    <dgm:cxn modelId="{10F16438-041F-491C-98AC-32B6539CC4BE}" type="presParOf" srcId="{996A284F-1EF0-468C-ADF8-A17307B95DA0}" destId="{FEB54966-4BF4-42E0-9062-6A47AA60A299}" srcOrd="1" destOrd="0" presId="urn:microsoft.com/office/officeart/2005/8/layout/vList5"/>
    <dgm:cxn modelId="{64D7BBAB-1249-4846-A47C-06E5DF02F163}" type="presParOf" srcId="{996A284F-1EF0-468C-ADF8-A17307B95DA0}" destId="{DF0EF67F-388D-4437-B313-7D1861397BBE}" srcOrd="2" destOrd="0" presId="urn:microsoft.com/office/officeart/2005/8/layout/vList5"/>
    <dgm:cxn modelId="{BF7C7C8A-D4D9-4FAE-B722-AAA8A9C42135}" type="presParOf" srcId="{DF0EF67F-388D-4437-B313-7D1861397BBE}" destId="{1032BCDE-A338-4626-8433-4D48AB8D257D}" srcOrd="0" destOrd="0" presId="urn:microsoft.com/office/officeart/2005/8/layout/vList5"/>
    <dgm:cxn modelId="{FAD805D9-AA80-4405-A59D-9F933379247C}" type="presParOf" srcId="{996A284F-1EF0-468C-ADF8-A17307B95DA0}" destId="{43C684D3-8126-49A5-BB1D-46392BF75D6B}" srcOrd="3" destOrd="0" presId="urn:microsoft.com/office/officeart/2005/8/layout/vList5"/>
    <dgm:cxn modelId="{108B62C9-2D33-421E-AF6F-D153CF8D3A34}" type="presParOf" srcId="{996A284F-1EF0-468C-ADF8-A17307B95DA0}" destId="{5E778CC1-1372-4300-8722-C04FC0E1C0F1}" srcOrd="4" destOrd="0" presId="urn:microsoft.com/office/officeart/2005/8/layout/vList5"/>
    <dgm:cxn modelId="{250FD0B6-CFEE-4D71-9CEB-77A44F48AAA9}" type="presParOf" srcId="{5E778CC1-1372-4300-8722-C04FC0E1C0F1}" destId="{89070FB5-55B7-402F-B4C6-413176330A7D}" srcOrd="0" destOrd="0" presId="urn:microsoft.com/office/officeart/2005/8/layout/vList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.xml><?xml version="1.0" encoding="utf-8"?>
<dgm:dataModel xmlns:dgm="http://schemas.openxmlformats.org/drawingml/2006/diagram" xmlns:a="http://schemas.openxmlformats.org/drawingml/2006/main">
  <dgm:ptLst>
    <dgm:pt modelId="{ED2DA710-46EE-42A7-A262-22B6A88C5AAC}" type="doc">
      <dgm:prSet loTypeId="urn:microsoft.com/office/officeart/2005/8/layout/vList5" loCatId="list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endParaRPr lang="en-US"/>
        </a:p>
      </dgm:t>
    </dgm:pt>
    <dgm:pt modelId="{AD7C0CC5-BCC0-4C29-B267-0DE0E4E44185}">
      <dgm:prSet/>
      <dgm:spPr/>
      <dgm:t>
        <a:bodyPr/>
        <a:lstStyle/>
        <a:p>
          <a:r>
            <a:rPr lang="en-US"/>
            <a:t>• Đạt được: App Flutter, kiến trúc Provider, giao diện Material 3.</a:t>
          </a:r>
        </a:p>
      </dgm:t>
    </dgm:pt>
    <dgm:pt modelId="{59A934C1-E7A9-4711-A95B-B5232D17EEF9}" type="parTrans" cxnId="{E5E116C7-20BD-4C80-B48A-FC3D5F670375}">
      <dgm:prSet/>
      <dgm:spPr/>
      <dgm:t>
        <a:bodyPr/>
        <a:lstStyle/>
        <a:p>
          <a:endParaRPr lang="en-US"/>
        </a:p>
      </dgm:t>
    </dgm:pt>
    <dgm:pt modelId="{2A29A430-D0B1-4129-B8E6-896ACB5D2E39}" type="sibTrans" cxnId="{E5E116C7-20BD-4C80-B48A-FC3D5F670375}">
      <dgm:prSet/>
      <dgm:spPr/>
      <dgm:t>
        <a:bodyPr/>
        <a:lstStyle/>
        <a:p>
          <a:endParaRPr lang="en-US"/>
        </a:p>
      </dgm:t>
    </dgm:pt>
    <dgm:pt modelId="{27B4490D-AA70-41A3-9D76-A19C965D65E3}">
      <dgm:prSet/>
      <dgm:spPr/>
      <dgm:t>
        <a:bodyPr/>
        <a:lstStyle/>
        <a:p>
          <a:r>
            <a:rPr lang="en-US"/>
            <a:t>• Hạn chế: Lưu trữ tạm thời, chưa có Notification.</a:t>
          </a:r>
        </a:p>
      </dgm:t>
    </dgm:pt>
    <dgm:pt modelId="{316D06CD-7A93-498B-A82D-714987557E75}" type="parTrans" cxnId="{651C677D-B3E9-4C4E-B0A7-A7ADC213BD25}">
      <dgm:prSet/>
      <dgm:spPr/>
      <dgm:t>
        <a:bodyPr/>
        <a:lstStyle/>
        <a:p>
          <a:endParaRPr lang="en-US"/>
        </a:p>
      </dgm:t>
    </dgm:pt>
    <dgm:pt modelId="{90BC9362-729F-4789-8091-287AC2AB9FAA}" type="sibTrans" cxnId="{651C677D-B3E9-4C4E-B0A7-A7ADC213BD25}">
      <dgm:prSet/>
      <dgm:spPr/>
      <dgm:t>
        <a:bodyPr/>
        <a:lstStyle/>
        <a:p>
          <a:endParaRPr lang="en-US"/>
        </a:p>
      </dgm:t>
    </dgm:pt>
    <dgm:pt modelId="{612A8F65-525D-4026-BB08-9D0FE3FD3EEB}">
      <dgm:prSet/>
      <dgm:spPr/>
      <dgm:t>
        <a:bodyPr/>
        <a:lstStyle/>
        <a:p>
          <a:r>
            <a:rPr lang="en-US"/>
            <a:t>• Hướng phát triển: shared_preferences, sqflite, local_notifications.</a:t>
          </a:r>
        </a:p>
      </dgm:t>
    </dgm:pt>
    <dgm:pt modelId="{DFBB9673-0EDF-4B8B-9BBF-5B031ACEE893}" type="parTrans" cxnId="{FCC73FF6-4255-4054-997E-A8F05DA99FD3}">
      <dgm:prSet/>
      <dgm:spPr/>
      <dgm:t>
        <a:bodyPr/>
        <a:lstStyle/>
        <a:p>
          <a:endParaRPr lang="en-US"/>
        </a:p>
      </dgm:t>
    </dgm:pt>
    <dgm:pt modelId="{740578BB-57F6-485D-89D2-BF98174C0759}" type="sibTrans" cxnId="{FCC73FF6-4255-4054-997E-A8F05DA99FD3}">
      <dgm:prSet/>
      <dgm:spPr/>
      <dgm:t>
        <a:bodyPr/>
        <a:lstStyle/>
        <a:p>
          <a:endParaRPr lang="en-US"/>
        </a:p>
      </dgm:t>
    </dgm:pt>
    <dgm:pt modelId="{EAD27385-46C9-43EF-B5E6-DA5DC6EDC0F6}" type="pres">
      <dgm:prSet presAssocID="{ED2DA710-46EE-42A7-A262-22B6A88C5AAC}" presName="Name0" presStyleCnt="0">
        <dgm:presLayoutVars>
          <dgm:dir/>
          <dgm:animLvl val="lvl"/>
          <dgm:resizeHandles val="exact"/>
        </dgm:presLayoutVars>
      </dgm:prSet>
      <dgm:spPr/>
    </dgm:pt>
    <dgm:pt modelId="{C0325E02-D200-4E1C-85DE-810027EFCEED}" type="pres">
      <dgm:prSet presAssocID="{AD7C0CC5-BCC0-4C29-B267-0DE0E4E44185}" presName="linNode" presStyleCnt="0"/>
      <dgm:spPr/>
    </dgm:pt>
    <dgm:pt modelId="{E6FF6C14-5FFD-4C24-BE95-AB0014A465CD}" type="pres">
      <dgm:prSet presAssocID="{AD7C0CC5-BCC0-4C29-B267-0DE0E4E44185}" presName="parentText" presStyleLbl="node1" presStyleIdx="0" presStyleCnt="3" custScaleX="203620">
        <dgm:presLayoutVars>
          <dgm:chMax val="1"/>
          <dgm:bulletEnabled val="1"/>
        </dgm:presLayoutVars>
      </dgm:prSet>
      <dgm:spPr/>
    </dgm:pt>
    <dgm:pt modelId="{01781345-C896-48E4-A87A-A36A4EB86759}" type="pres">
      <dgm:prSet presAssocID="{2A29A430-D0B1-4129-B8E6-896ACB5D2E39}" presName="sp" presStyleCnt="0"/>
      <dgm:spPr/>
    </dgm:pt>
    <dgm:pt modelId="{2756D720-8DC5-4D4C-914C-25C03C98D987}" type="pres">
      <dgm:prSet presAssocID="{27B4490D-AA70-41A3-9D76-A19C965D65E3}" presName="linNode" presStyleCnt="0"/>
      <dgm:spPr/>
    </dgm:pt>
    <dgm:pt modelId="{735949ED-0F06-45CF-B1F9-570196F3FC70}" type="pres">
      <dgm:prSet presAssocID="{27B4490D-AA70-41A3-9D76-A19C965D65E3}" presName="parentText" presStyleLbl="node1" presStyleIdx="1" presStyleCnt="3" custScaleX="203620">
        <dgm:presLayoutVars>
          <dgm:chMax val="1"/>
          <dgm:bulletEnabled val="1"/>
        </dgm:presLayoutVars>
      </dgm:prSet>
      <dgm:spPr/>
    </dgm:pt>
    <dgm:pt modelId="{8682EE3E-DFDC-405D-B225-765B3D154D54}" type="pres">
      <dgm:prSet presAssocID="{90BC9362-729F-4789-8091-287AC2AB9FAA}" presName="sp" presStyleCnt="0"/>
      <dgm:spPr/>
    </dgm:pt>
    <dgm:pt modelId="{190BC0D2-1521-4BD2-93E1-6CF0D45098CA}" type="pres">
      <dgm:prSet presAssocID="{612A8F65-525D-4026-BB08-9D0FE3FD3EEB}" presName="linNode" presStyleCnt="0"/>
      <dgm:spPr/>
    </dgm:pt>
    <dgm:pt modelId="{3E34361A-0A80-47EC-AF89-BA513A0FD1C8}" type="pres">
      <dgm:prSet presAssocID="{612A8F65-525D-4026-BB08-9D0FE3FD3EEB}" presName="parentText" presStyleLbl="node1" presStyleIdx="2" presStyleCnt="3" custScaleX="203620">
        <dgm:presLayoutVars>
          <dgm:chMax val="1"/>
          <dgm:bulletEnabled val="1"/>
        </dgm:presLayoutVars>
      </dgm:prSet>
      <dgm:spPr/>
    </dgm:pt>
  </dgm:ptLst>
  <dgm:cxnLst>
    <dgm:cxn modelId="{C7158F34-3D14-461C-81B6-A5248434D7C5}" type="presOf" srcId="{AD7C0CC5-BCC0-4C29-B267-0DE0E4E44185}" destId="{E6FF6C14-5FFD-4C24-BE95-AB0014A465CD}" srcOrd="0" destOrd="0" presId="urn:microsoft.com/office/officeart/2005/8/layout/vList5"/>
    <dgm:cxn modelId="{21E5F260-6D32-4DDD-955B-83E9D7F0AF07}" type="presOf" srcId="{27B4490D-AA70-41A3-9D76-A19C965D65E3}" destId="{735949ED-0F06-45CF-B1F9-570196F3FC70}" srcOrd="0" destOrd="0" presId="urn:microsoft.com/office/officeart/2005/8/layout/vList5"/>
    <dgm:cxn modelId="{651C677D-B3E9-4C4E-B0A7-A7ADC213BD25}" srcId="{ED2DA710-46EE-42A7-A262-22B6A88C5AAC}" destId="{27B4490D-AA70-41A3-9D76-A19C965D65E3}" srcOrd="1" destOrd="0" parTransId="{316D06CD-7A93-498B-A82D-714987557E75}" sibTransId="{90BC9362-729F-4789-8091-287AC2AB9FAA}"/>
    <dgm:cxn modelId="{22025D80-B46B-43FB-A181-58911E462728}" type="presOf" srcId="{ED2DA710-46EE-42A7-A262-22B6A88C5AAC}" destId="{EAD27385-46C9-43EF-B5E6-DA5DC6EDC0F6}" srcOrd="0" destOrd="0" presId="urn:microsoft.com/office/officeart/2005/8/layout/vList5"/>
    <dgm:cxn modelId="{0D71AFBA-89ED-4AF7-8A9E-2B5E8254570F}" type="presOf" srcId="{612A8F65-525D-4026-BB08-9D0FE3FD3EEB}" destId="{3E34361A-0A80-47EC-AF89-BA513A0FD1C8}" srcOrd="0" destOrd="0" presId="urn:microsoft.com/office/officeart/2005/8/layout/vList5"/>
    <dgm:cxn modelId="{E5E116C7-20BD-4C80-B48A-FC3D5F670375}" srcId="{ED2DA710-46EE-42A7-A262-22B6A88C5AAC}" destId="{AD7C0CC5-BCC0-4C29-B267-0DE0E4E44185}" srcOrd="0" destOrd="0" parTransId="{59A934C1-E7A9-4711-A95B-B5232D17EEF9}" sibTransId="{2A29A430-D0B1-4129-B8E6-896ACB5D2E39}"/>
    <dgm:cxn modelId="{FCC73FF6-4255-4054-997E-A8F05DA99FD3}" srcId="{ED2DA710-46EE-42A7-A262-22B6A88C5AAC}" destId="{612A8F65-525D-4026-BB08-9D0FE3FD3EEB}" srcOrd="2" destOrd="0" parTransId="{DFBB9673-0EDF-4B8B-9BBF-5B031ACEE893}" sibTransId="{740578BB-57F6-485D-89D2-BF98174C0759}"/>
    <dgm:cxn modelId="{C816461E-08B7-4F09-A674-EEE81BC47EA3}" type="presParOf" srcId="{EAD27385-46C9-43EF-B5E6-DA5DC6EDC0F6}" destId="{C0325E02-D200-4E1C-85DE-810027EFCEED}" srcOrd="0" destOrd="0" presId="urn:microsoft.com/office/officeart/2005/8/layout/vList5"/>
    <dgm:cxn modelId="{8348A329-60D3-4070-90B4-99F7112617BB}" type="presParOf" srcId="{C0325E02-D200-4E1C-85DE-810027EFCEED}" destId="{E6FF6C14-5FFD-4C24-BE95-AB0014A465CD}" srcOrd="0" destOrd="0" presId="urn:microsoft.com/office/officeart/2005/8/layout/vList5"/>
    <dgm:cxn modelId="{9522477E-5034-4A53-A25E-2D18DA22C939}" type="presParOf" srcId="{EAD27385-46C9-43EF-B5E6-DA5DC6EDC0F6}" destId="{01781345-C896-48E4-A87A-A36A4EB86759}" srcOrd="1" destOrd="0" presId="urn:microsoft.com/office/officeart/2005/8/layout/vList5"/>
    <dgm:cxn modelId="{47EA0B85-B7E0-4DB6-89B8-90FC2B5EE15E}" type="presParOf" srcId="{EAD27385-46C9-43EF-B5E6-DA5DC6EDC0F6}" destId="{2756D720-8DC5-4D4C-914C-25C03C98D987}" srcOrd="2" destOrd="0" presId="urn:microsoft.com/office/officeart/2005/8/layout/vList5"/>
    <dgm:cxn modelId="{5E2D797B-AAEF-48AC-B724-69DD55815F7D}" type="presParOf" srcId="{2756D720-8DC5-4D4C-914C-25C03C98D987}" destId="{735949ED-0F06-45CF-B1F9-570196F3FC70}" srcOrd="0" destOrd="0" presId="urn:microsoft.com/office/officeart/2005/8/layout/vList5"/>
    <dgm:cxn modelId="{A2917CFE-1262-41CE-887C-2A1CFDFB4EFA}" type="presParOf" srcId="{EAD27385-46C9-43EF-B5E6-DA5DC6EDC0F6}" destId="{8682EE3E-DFDC-405D-B225-765B3D154D54}" srcOrd="3" destOrd="0" presId="urn:microsoft.com/office/officeart/2005/8/layout/vList5"/>
    <dgm:cxn modelId="{6B9AFE05-60D8-4EA8-9C2A-D74B71B68FEE}" type="presParOf" srcId="{EAD27385-46C9-43EF-B5E6-DA5DC6EDC0F6}" destId="{190BC0D2-1521-4BD2-93E1-6CF0D45098CA}" srcOrd="4" destOrd="0" presId="urn:microsoft.com/office/officeart/2005/8/layout/vList5"/>
    <dgm:cxn modelId="{578FBA38-9BE2-4C65-B371-1187C127EEBF}" type="presParOf" srcId="{190BC0D2-1521-4BD2-93E1-6CF0D45098CA}" destId="{3E34361A-0A80-47EC-AF89-BA513A0FD1C8}" srcOrd="0" destOrd="0" presId="urn:microsoft.com/office/officeart/2005/8/layout/vList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.xml><?xml version="1.0" encoding="utf-8"?>
<dgm:dataModel xmlns:dgm="http://schemas.openxmlformats.org/drawingml/2006/diagram" xmlns:a="http://schemas.openxmlformats.org/drawingml/2006/main">
  <dgm:ptLst>
    <dgm:pt modelId="{2D4A6DD8-9B06-453C-85DD-C716E6DAFD5D}" type="doc">
      <dgm:prSet loTypeId="urn:microsoft.com/office/officeart/2005/8/layout/vList2" loCatId="list" qsTypeId="urn:microsoft.com/office/officeart/2005/8/quickstyle/simple1" qsCatId="simple" csTypeId="urn:microsoft.com/office/officeart/2005/8/colors/colorful2" csCatId="colorful" phldr="1"/>
      <dgm:spPr/>
      <dgm:t>
        <a:bodyPr/>
        <a:lstStyle/>
        <a:p>
          <a:endParaRPr lang="en-US"/>
        </a:p>
      </dgm:t>
    </dgm:pt>
    <dgm:pt modelId="{83D4AA14-9EF5-4D2D-B53F-B1CDD4130CF0}">
      <dgm:prSet/>
      <dgm:spPr/>
      <dgm:t>
        <a:bodyPr/>
        <a:lstStyle/>
        <a:p>
          <a:r>
            <a:rPr lang="en-US" dirty="0"/>
            <a:t>• </a:t>
          </a:r>
          <a:r>
            <a:rPr lang="en-US" dirty="0" err="1">
              <a:latin typeface="+mj-lt"/>
            </a:rPr>
            <a:t>Cảm</a:t>
          </a:r>
          <a:r>
            <a:rPr lang="en-US" dirty="0">
              <a:latin typeface="+mj-lt"/>
            </a:rPr>
            <a:t> </a:t>
          </a:r>
          <a:r>
            <a:rPr lang="vi-VN" dirty="0">
              <a:latin typeface="+mj-lt"/>
              <a:cs typeface="Calibri" panose="020F0502020204030204" pitchFamily="34" charset="0"/>
            </a:rPr>
            <a:t>ơn mọi người </a:t>
          </a:r>
          <a:r>
            <a:rPr lang="vi-VN" dirty="0" err="1">
              <a:latin typeface="+mj-lt"/>
              <a:cs typeface="Calibri" panose="020F0502020204030204" pitchFamily="34" charset="0"/>
            </a:rPr>
            <a:t>người</a:t>
          </a:r>
          <a:r>
            <a:rPr lang="en-US" dirty="0">
              <a:latin typeface="+mj-lt"/>
              <a:cs typeface="Calibri" panose="020F0502020204030204" pitchFamily="34" charset="0"/>
            </a:rPr>
            <a:t> </a:t>
          </a:r>
          <a:r>
            <a:rPr lang="en-US" dirty="0" err="1">
              <a:latin typeface="+mj-lt"/>
            </a:rPr>
            <a:t>đã</a:t>
          </a:r>
          <a:r>
            <a:rPr lang="en-US" dirty="0">
              <a:latin typeface="+mj-lt"/>
            </a:rPr>
            <a:t> </a:t>
          </a:r>
          <a:r>
            <a:rPr lang="en-US" dirty="0" err="1">
              <a:latin typeface="+mj-lt"/>
            </a:rPr>
            <a:t>lắng</a:t>
          </a:r>
          <a:r>
            <a:rPr lang="en-US" dirty="0">
              <a:latin typeface="+mj-lt"/>
            </a:rPr>
            <a:t> </a:t>
          </a:r>
          <a:r>
            <a:rPr lang="en-US" dirty="0" err="1">
              <a:latin typeface="+mj-lt"/>
            </a:rPr>
            <a:t>nghe</a:t>
          </a:r>
          <a:r>
            <a:rPr lang="en-US" dirty="0">
              <a:latin typeface="+mj-lt"/>
            </a:rPr>
            <a:t>!</a:t>
          </a:r>
        </a:p>
      </dgm:t>
    </dgm:pt>
    <dgm:pt modelId="{1BFA09C5-205B-454D-AC76-71931B3A0FD8}" type="parTrans" cxnId="{9F4457A7-6C00-45CA-94D5-1ADEAC899BE2}">
      <dgm:prSet/>
      <dgm:spPr/>
      <dgm:t>
        <a:bodyPr/>
        <a:lstStyle/>
        <a:p>
          <a:endParaRPr lang="en-US"/>
        </a:p>
      </dgm:t>
    </dgm:pt>
    <dgm:pt modelId="{7B3AFE40-7E95-4F9B-B76E-092894A88EED}" type="sibTrans" cxnId="{9F4457A7-6C00-45CA-94D5-1ADEAC899BE2}">
      <dgm:prSet/>
      <dgm:spPr/>
      <dgm:t>
        <a:bodyPr/>
        <a:lstStyle/>
        <a:p>
          <a:endParaRPr lang="en-US"/>
        </a:p>
      </dgm:t>
    </dgm:pt>
    <dgm:pt modelId="{FB86D445-DCBE-4339-B3CB-BD0058B2D913}">
      <dgm:prSet/>
      <dgm:spPr/>
      <dgm:t>
        <a:bodyPr/>
        <a:lstStyle/>
        <a:p>
          <a:r>
            <a:rPr lang="en-US" dirty="0">
              <a:latin typeface="+mn-lt"/>
            </a:rPr>
            <a:t>•</a:t>
          </a:r>
          <a:r>
            <a:rPr lang="vi-VN" dirty="0">
              <a:latin typeface="+mn-lt"/>
            </a:rPr>
            <a:t>Nếu có thắc mắc hãy liên hệ </a:t>
          </a:r>
          <a:r>
            <a:rPr lang="vi-VN" dirty="0" err="1">
              <a:latin typeface="+mn-lt"/>
            </a:rPr>
            <a:t>Email</a:t>
          </a:r>
          <a:endParaRPr lang="en-US" dirty="0">
            <a:latin typeface="+mn-lt"/>
          </a:endParaRPr>
        </a:p>
      </dgm:t>
    </dgm:pt>
    <dgm:pt modelId="{924ABF16-E894-4F6F-96F8-A7734A081C4D}" type="sibTrans" cxnId="{B77FCD59-854D-4F3C-9025-00DF32D6A3C6}">
      <dgm:prSet/>
      <dgm:spPr/>
      <dgm:t>
        <a:bodyPr/>
        <a:lstStyle/>
        <a:p>
          <a:endParaRPr lang="en-US"/>
        </a:p>
      </dgm:t>
    </dgm:pt>
    <dgm:pt modelId="{F29EB503-FB4A-403F-8C8B-5D411C80B1B7}" type="parTrans" cxnId="{B77FCD59-854D-4F3C-9025-00DF32D6A3C6}">
      <dgm:prSet/>
      <dgm:spPr/>
      <dgm:t>
        <a:bodyPr/>
        <a:lstStyle/>
        <a:p>
          <a:endParaRPr lang="en-US"/>
        </a:p>
      </dgm:t>
    </dgm:pt>
    <dgm:pt modelId="{FB9BE04E-D931-44EE-9B89-B279089F15C7}" type="pres">
      <dgm:prSet presAssocID="{2D4A6DD8-9B06-453C-85DD-C716E6DAFD5D}" presName="linear" presStyleCnt="0">
        <dgm:presLayoutVars>
          <dgm:animLvl val="lvl"/>
          <dgm:resizeHandles val="exact"/>
        </dgm:presLayoutVars>
      </dgm:prSet>
      <dgm:spPr/>
    </dgm:pt>
    <dgm:pt modelId="{4D4D5961-67D4-4E00-900C-BBF995BEC38A}" type="pres">
      <dgm:prSet presAssocID="{83D4AA14-9EF5-4D2D-B53F-B1CDD4130CF0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5676AC7E-1267-4FBD-898E-105F0D9C7E00}" type="pres">
      <dgm:prSet presAssocID="{7B3AFE40-7E95-4F9B-B76E-092894A88EED}" presName="spacer" presStyleCnt="0"/>
      <dgm:spPr/>
    </dgm:pt>
    <dgm:pt modelId="{E6ECCD71-FA45-4DD4-B4E1-8B3CA794C5BC}" type="pres">
      <dgm:prSet presAssocID="{FB86D445-DCBE-4339-B3CB-BD0058B2D913}" presName="parentText" presStyleLbl="node1" presStyleIdx="1" presStyleCnt="2">
        <dgm:presLayoutVars>
          <dgm:chMax val="0"/>
          <dgm:bulletEnabled val="1"/>
        </dgm:presLayoutVars>
      </dgm:prSet>
      <dgm:spPr/>
    </dgm:pt>
  </dgm:ptLst>
  <dgm:cxnLst>
    <dgm:cxn modelId="{A6377702-4282-4C05-A2F8-BA26E0E07C11}" type="presOf" srcId="{83D4AA14-9EF5-4D2D-B53F-B1CDD4130CF0}" destId="{4D4D5961-67D4-4E00-900C-BBF995BEC38A}" srcOrd="0" destOrd="0" presId="urn:microsoft.com/office/officeart/2005/8/layout/vList2"/>
    <dgm:cxn modelId="{DDC92E6D-5C35-4AE8-86AC-C131FA7B149F}" type="presOf" srcId="{2D4A6DD8-9B06-453C-85DD-C716E6DAFD5D}" destId="{FB9BE04E-D931-44EE-9B89-B279089F15C7}" srcOrd="0" destOrd="0" presId="urn:microsoft.com/office/officeart/2005/8/layout/vList2"/>
    <dgm:cxn modelId="{B77FCD59-854D-4F3C-9025-00DF32D6A3C6}" srcId="{2D4A6DD8-9B06-453C-85DD-C716E6DAFD5D}" destId="{FB86D445-DCBE-4339-B3CB-BD0058B2D913}" srcOrd="1" destOrd="0" parTransId="{F29EB503-FB4A-403F-8C8B-5D411C80B1B7}" sibTransId="{924ABF16-E894-4F6F-96F8-A7734A081C4D}"/>
    <dgm:cxn modelId="{9F4457A7-6C00-45CA-94D5-1ADEAC899BE2}" srcId="{2D4A6DD8-9B06-453C-85DD-C716E6DAFD5D}" destId="{83D4AA14-9EF5-4D2D-B53F-B1CDD4130CF0}" srcOrd="0" destOrd="0" parTransId="{1BFA09C5-205B-454D-AC76-71931B3A0FD8}" sibTransId="{7B3AFE40-7E95-4F9B-B76E-092894A88EED}"/>
    <dgm:cxn modelId="{780F0ABA-6D7A-4665-A8C2-32E60C188F88}" type="presOf" srcId="{FB86D445-DCBE-4339-B3CB-BD0058B2D913}" destId="{E6ECCD71-FA45-4DD4-B4E1-8B3CA794C5BC}" srcOrd="0" destOrd="0" presId="urn:microsoft.com/office/officeart/2005/8/layout/vList2"/>
    <dgm:cxn modelId="{5A9274DD-DBA0-4C48-80FF-96E9A8597C5C}" type="presParOf" srcId="{FB9BE04E-D931-44EE-9B89-B279089F15C7}" destId="{4D4D5961-67D4-4E00-900C-BBF995BEC38A}" srcOrd="0" destOrd="0" presId="urn:microsoft.com/office/officeart/2005/8/layout/vList2"/>
    <dgm:cxn modelId="{CAEAD061-F3BC-4CA0-9061-9F5FDCFC92D7}" type="presParOf" srcId="{FB9BE04E-D931-44EE-9B89-B279089F15C7}" destId="{5676AC7E-1267-4FBD-898E-105F0D9C7E00}" srcOrd="1" destOrd="0" presId="urn:microsoft.com/office/officeart/2005/8/layout/vList2"/>
    <dgm:cxn modelId="{FE9D59F4-F92C-4CB9-9DEA-95C66F65BC00}" type="presParOf" srcId="{FB9BE04E-D931-44EE-9B89-B279089F15C7}" destId="{E6ECCD71-FA45-4DD4-B4E1-8B3CA794C5BC}" srcOrd="2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0CABB4D-0498-4BEA-9CBF-AEDCE8183F10}">
      <dsp:nvSpPr>
        <dsp:cNvPr id="0" name=""/>
        <dsp:cNvSpPr/>
      </dsp:nvSpPr>
      <dsp:spPr>
        <a:xfrm>
          <a:off x="0" y="3127"/>
          <a:ext cx="4775935" cy="0"/>
        </a:xfrm>
        <a:prstGeom prst="lin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dk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6E9E04E-155C-49C7-87EA-C1B85C49C01E}">
      <dsp:nvSpPr>
        <dsp:cNvPr id="0" name=""/>
        <dsp:cNvSpPr/>
      </dsp:nvSpPr>
      <dsp:spPr>
        <a:xfrm>
          <a:off x="0" y="3127"/>
          <a:ext cx="4775935" cy="21331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37160" tIns="137160" rIns="137160" bIns="137160" numCol="1" spcCol="1270" anchor="t" anchorCtr="0">
          <a:noAutofit/>
        </a:bodyPr>
        <a:lstStyle/>
        <a:p>
          <a:pPr marL="0" lvl="0" indent="0" algn="l" defTabSz="1600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3600" kern="1200"/>
            <a:t>• Vấn đề: Khó duy trì thói quen tốt (uống nước, đọc sách).</a:t>
          </a:r>
        </a:p>
      </dsp:txBody>
      <dsp:txXfrm>
        <a:off x="0" y="3127"/>
        <a:ext cx="4775935" cy="2133119"/>
      </dsp:txXfrm>
    </dsp:sp>
    <dsp:sp modelId="{217A20D3-8325-4228-BDCA-716355C0BA74}">
      <dsp:nvSpPr>
        <dsp:cNvPr id="0" name=""/>
        <dsp:cNvSpPr/>
      </dsp:nvSpPr>
      <dsp:spPr>
        <a:xfrm>
          <a:off x="0" y="2136246"/>
          <a:ext cx="4775935" cy="0"/>
        </a:xfrm>
        <a:prstGeom prst="lin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dk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63F65D2-41D7-4DFF-A980-13CE3EEA96D6}">
      <dsp:nvSpPr>
        <dsp:cNvPr id="0" name=""/>
        <dsp:cNvSpPr/>
      </dsp:nvSpPr>
      <dsp:spPr>
        <a:xfrm>
          <a:off x="0" y="2136246"/>
          <a:ext cx="4775935" cy="21331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37160" tIns="137160" rIns="137160" bIns="137160" numCol="1" spcCol="1270" anchor="t" anchorCtr="0">
          <a:noAutofit/>
        </a:bodyPr>
        <a:lstStyle/>
        <a:p>
          <a:pPr marL="0" lvl="0" indent="0" algn="l" defTabSz="1600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3600" kern="1200"/>
            <a:t>• Giải pháp: Áp dụng phương pháp 'Thói quen nhỏ' (Mini Habits).</a:t>
          </a:r>
        </a:p>
      </dsp:txBody>
      <dsp:txXfrm>
        <a:off x="0" y="2136246"/>
        <a:ext cx="4775935" cy="2133119"/>
      </dsp:txXfrm>
    </dsp:sp>
    <dsp:sp modelId="{231AF2CA-69E9-41DB-A103-88300BB6CCF0}">
      <dsp:nvSpPr>
        <dsp:cNvPr id="0" name=""/>
        <dsp:cNvSpPr/>
      </dsp:nvSpPr>
      <dsp:spPr>
        <a:xfrm>
          <a:off x="0" y="4269366"/>
          <a:ext cx="4775935" cy="0"/>
        </a:xfrm>
        <a:prstGeom prst="lin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dk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0052178-0763-4048-A29E-4DFC1DD3EAC6}">
      <dsp:nvSpPr>
        <dsp:cNvPr id="0" name=""/>
        <dsp:cNvSpPr/>
      </dsp:nvSpPr>
      <dsp:spPr>
        <a:xfrm>
          <a:off x="0" y="4269366"/>
          <a:ext cx="4775935" cy="21331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37160" tIns="137160" rIns="137160" bIns="137160" numCol="1" spcCol="1270" anchor="t" anchorCtr="0">
          <a:noAutofit/>
        </a:bodyPr>
        <a:lstStyle/>
        <a:p>
          <a:pPr marL="0" lvl="0" indent="0" algn="l" defTabSz="1600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3600" kern="1200" dirty="0"/>
            <a:t>• </a:t>
          </a:r>
          <a:r>
            <a:rPr lang="en-US" sz="3600" kern="1200" dirty="0" err="1"/>
            <a:t>Ứng</a:t>
          </a:r>
          <a:r>
            <a:rPr lang="en-US" sz="3600" kern="1200" dirty="0"/>
            <a:t> </a:t>
          </a:r>
          <a:r>
            <a:rPr lang="en-US" sz="3600" kern="1200" dirty="0" err="1"/>
            <a:t>dụng</a:t>
          </a:r>
          <a:r>
            <a:rPr lang="en-US" sz="3600" kern="1200" dirty="0"/>
            <a:t> ‘</a:t>
          </a:r>
          <a:r>
            <a:rPr lang="vi-VN" sz="3600" kern="1200" dirty="0"/>
            <a:t>Theo dõi thói quen</a:t>
          </a:r>
          <a:r>
            <a:rPr lang="en-US" sz="3600" kern="1200" dirty="0"/>
            <a:t>' </a:t>
          </a:r>
          <a:r>
            <a:rPr lang="en-US" sz="3600" kern="1200" dirty="0" err="1"/>
            <a:t>ra</a:t>
          </a:r>
          <a:r>
            <a:rPr lang="en-US" sz="3600" kern="1200" dirty="0"/>
            <a:t> </a:t>
          </a:r>
          <a:r>
            <a:rPr lang="en-US" sz="3600" kern="1200" dirty="0" err="1"/>
            <a:t>đời</a:t>
          </a:r>
          <a:r>
            <a:rPr lang="en-US" sz="3600" kern="1200" dirty="0"/>
            <a:t> </a:t>
          </a:r>
          <a:r>
            <a:rPr lang="en-US" sz="3600" kern="1200" dirty="0" err="1"/>
            <a:t>để</a:t>
          </a:r>
          <a:r>
            <a:rPr lang="en-US" sz="3600" kern="1200" dirty="0"/>
            <a:t> </a:t>
          </a:r>
          <a:r>
            <a:rPr lang="en-US" sz="3600" kern="1200" dirty="0" err="1"/>
            <a:t>hỗ</a:t>
          </a:r>
          <a:r>
            <a:rPr lang="en-US" sz="3600" kern="1200" dirty="0"/>
            <a:t> </a:t>
          </a:r>
          <a:r>
            <a:rPr lang="en-US" sz="3600" kern="1200" dirty="0" err="1"/>
            <a:t>trợ</a:t>
          </a:r>
          <a:r>
            <a:rPr lang="en-US" sz="3600" kern="1200" dirty="0"/>
            <a:t>.</a:t>
          </a:r>
        </a:p>
      </dsp:txBody>
      <dsp:txXfrm>
        <a:off x="0" y="4269366"/>
        <a:ext cx="4775935" cy="2133119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B638853-91D2-41CA-8629-5FE2C40ECD5F}">
      <dsp:nvSpPr>
        <dsp:cNvPr id="0" name=""/>
        <dsp:cNvSpPr/>
      </dsp:nvSpPr>
      <dsp:spPr>
        <a:xfrm>
          <a:off x="0" y="814839"/>
          <a:ext cx="4775935" cy="4775935"/>
        </a:xfrm>
        <a:prstGeom prst="quadArrow">
          <a:avLst>
            <a:gd name="adj1" fmla="val 2000"/>
            <a:gd name="adj2" fmla="val 4000"/>
            <a:gd name="adj3" fmla="val 5000"/>
          </a:avLst>
        </a:prstGeom>
        <a:solidFill>
          <a:schemeClr val="accent2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097BAC0F-69D1-4D0B-9FEE-1261D55D4279}">
      <dsp:nvSpPr>
        <dsp:cNvPr id="0" name=""/>
        <dsp:cNvSpPr/>
      </dsp:nvSpPr>
      <dsp:spPr>
        <a:xfrm>
          <a:off x="310435" y="1125274"/>
          <a:ext cx="1910374" cy="1910374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0010" tIns="80010" rIns="80010" bIns="80010" numCol="1" spcCol="1270" anchor="ctr" anchorCtr="0">
          <a:noAutofit/>
        </a:bodyPr>
        <a:lstStyle/>
        <a:p>
          <a:pPr marL="0" lvl="0" indent="0" algn="ctr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100" kern="1200"/>
            <a:t>• Mục tiêu: Xây dựng app Flutter đa nền tảng (Android &amp; iOS).</a:t>
          </a:r>
        </a:p>
      </dsp:txBody>
      <dsp:txXfrm>
        <a:off x="403692" y="1218531"/>
        <a:ext cx="1723860" cy="1723860"/>
      </dsp:txXfrm>
    </dsp:sp>
    <dsp:sp modelId="{FAF86C03-B889-4B07-9DA6-FADBF34045FD}">
      <dsp:nvSpPr>
        <dsp:cNvPr id="0" name=""/>
        <dsp:cNvSpPr/>
      </dsp:nvSpPr>
      <dsp:spPr>
        <a:xfrm>
          <a:off x="2555125" y="1125274"/>
          <a:ext cx="1910374" cy="1910374"/>
        </a:xfrm>
        <a:prstGeom prst="roundRect">
          <a:avLst/>
        </a:prstGeom>
        <a:solidFill>
          <a:schemeClr val="accent2">
            <a:hueOff val="1560506"/>
            <a:satOff val="-1946"/>
            <a:lumOff val="458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0010" tIns="80010" rIns="80010" bIns="80010" numCol="1" spcCol="1270" anchor="ctr" anchorCtr="0">
          <a:noAutofit/>
        </a:bodyPr>
        <a:lstStyle/>
        <a:p>
          <a:pPr marL="0" lvl="0" indent="0" algn="ctr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100" kern="1200"/>
            <a:t>• Chức năng: Tạo/quản lý thói quen, theo dõi tiến độ, tính chuỗi.</a:t>
          </a:r>
        </a:p>
      </dsp:txBody>
      <dsp:txXfrm>
        <a:off x="2648382" y="1218531"/>
        <a:ext cx="1723860" cy="1723860"/>
      </dsp:txXfrm>
    </dsp:sp>
    <dsp:sp modelId="{1A4466B1-A0DF-462E-9EF5-3057E516FF54}">
      <dsp:nvSpPr>
        <dsp:cNvPr id="0" name=""/>
        <dsp:cNvSpPr/>
      </dsp:nvSpPr>
      <dsp:spPr>
        <a:xfrm>
          <a:off x="310435" y="3369964"/>
          <a:ext cx="1910374" cy="1910374"/>
        </a:xfrm>
        <a:prstGeom prst="roundRect">
          <a:avLst/>
        </a:prstGeom>
        <a:solidFill>
          <a:schemeClr val="accent2">
            <a:hueOff val="3121013"/>
            <a:satOff val="-3893"/>
            <a:lumOff val="915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0010" tIns="80010" rIns="80010" bIns="80010" numCol="1" spcCol="1270" anchor="ctr" anchorCtr="0">
          <a:noAutofit/>
        </a:bodyPr>
        <a:lstStyle/>
        <a:p>
          <a:pPr marL="0" lvl="0" indent="0" algn="ctr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100" kern="1200"/>
            <a:t>• Kỹ thuật: Quản lý trạng thái bằng Provider.</a:t>
          </a:r>
        </a:p>
      </dsp:txBody>
      <dsp:txXfrm>
        <a:off x="403692" y="3463221"/>
        <a:ext cx="1723860" cy="1723860"/>
      </dsp:txXfrm>
    </dsp:sp>
    <dsp:sp modelId="{41DBD6D1-9171-4657-8B9C-72813FC5F1FE}">
      <dsp:nvSpPr>
        <dsp:cNvPr id="0" name=""/>
        <dsp:cNvSpPr/>
      </dsp:nvSpPr>
      <dsp:spPr>
        <a:xfrm>
          <a:off x="2555125" y="3369964"/>
          <a:ext cx="1910374" cy="1910374"/>
        </a:xfrm>
        <a:prstGeom prst="roundRect">
          <a:avLst/>
        </a:prstGeom>
        <a:solidFill>
          <a:schemeClr val="accent2">
            <a:hueOff val="4681519"/>
            <a:satOff val="-5839"/>
            <a:lumOff val="1373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0010" tIns="80010" rIns="80010" bIns="80010" numCol="1" spcCol="1270" anchor="ctr" anchorCtr="0">
          <a:noAutofit/>
        </a:bodyPr>
        <a:lstStyle/>
        <a:p>
          <a:pPr marL="0" lvl="0" indent="0" algn="ctr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100" kern="1200"/>
            <a:t>• Giới hạn: Dữ liệu tạm thời, chưa có lưu trữ vĩnh viễn.</a:t>
          </a:r>
        </a:p>
      </dsp:txBody>
      <dsp:txXfrm>
        <a:off x="2648382" y="3463221"/>
        <a:ext cx="1723860" cy="1723860"/>
      </dsp:txXfrm>
    </dsp:sp>
  </dsp:spTree>
</dsp:drawing>
</file>

<file path=ppt/diagrams/drawing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F4A9B8C-591D-429F-8E3F-58B764127F0D}">
      <dsp:nvSpPr>
        <dsp:cNvPr id="0" name=""/>
        <dsp:cNvSpPr/>
      </dsp:nvSpPr>
      <dsp:spPr>
        <a:xfrm>
          <a:off x="582" y="929106"/>
          <a:ext cx="2273699" cy="1364219"/>
        </a:xfrm>
        <a:prstGeom prst="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0" lvl="0" indent="0" algn="ct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/>
            <a:t>• Ngôn ngữ: Dart.</a:t>
          </a:r>
        </a:p>
      </dsp:txBody>
      <dsp:txXfrm>
        <a:off x="582" y="929106"/>
        <a:ext cx="2273699" cy="1364219"/>
      </dsp:txXfrm>
    </dsp:sp>
    <dsp:sp modelId="{5880C7E1-6F72-415A-998F-20F99732745A}">
      <dsp:nvSpPr>
        <dsp:cNvPr id="0" name=""/>
        <dsp:cNvSpPr/>
      </dsp:nvSpPr>
      <dsp:spPr>
        <a:xfrm>
          <a:off x="2501652" y="929106"/>
          <a:ext cx="2273699" cy="1364219"/>
        </a:xfrm>
        <a:prstGeom prst="rect">
          <a:avLst/>
        </a:prstGeom>
        <a:solidFill>
          <a:schemeClr val="accent2">
            <a:hueOff val="1170380"/>
            <a:satOff val="-1460"/>
            <a:lumOff val="343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0" lvl="0" indent="0" algn="ct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/>
            <a:t>• Framework: Flutter (Material 3).</a:t>
          </a:r>
        </a:p>
      </dsp:txBody>
      <dsp:txXfrm>
        <a:off x="2501652" y="929106"/>
        <a:ext cx="2273699" cy="1364219"/>
      </dsp:txXfrm>
    </dsp:sp>
    <dsp:sp modelId="{A46E7AD0-41CA-442B-A49F-CD6342B88007}">
      <dsp:nvSpPr>
        <dsp:cNvPr id="0" name=""/>
        <dsp:cNvSpPr/>
      </dsp:nvSpPr>
      <dsp:spPr>
        <a:xfrm>
          <a:off x="582" y="2520696"/>
          <a:ext cx="2273699" cy="1364219"/>
        </a:xfrm>
        <a:prstGeom prst="rect">
          <a:avLst/>
        </a:prstGeom>
        <a:solidFill>
          <a:schemeClr val="accent2">
            <a:hueOff val="2340759"/>
            <a:satOff val="-2919"/>
            <a:lumOff val="686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0" lvl="0" indent="0" algn="ct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/>
            <a:t>• Font: Google Fonts (Poppins).</a:t>
          </a:r>
        </a:p>
      </dsp:txBody>
      <dsp:txXfrm>
        <a:off x="582" y="2520696"/>
        <a:ext cx="2273699" cy="1364219"/>
      </dsp:txXfrm>
    </dsp:sp>
    <dsp:sp modelId="{69FF3F92-E0FF-4F77-B4FB-1D8F9F80ECBF}">
      <dsp:nvSpPr>
        <dsp:cNvPr id="0" name=""/>
        <dsp:cNvSpPr/>
      </dsp:nvSpPr>
      <dsp:spPr>
        <a:xfrm>
          <a:off x="2501652" y="2520696"/>
          <a:ext cx="2273699" cy="1364219"/>
        </a:xfrm>
        <a:prstGeom prst="rect">
          <a:avLst/>
        </a:prstGeom>
        <a:solidFill>
          <a:schemeClr val="accent2">
            <a:hueOff val="3511139"/>
            <a:satOff val="-4379"/>
            <a:lumOff val="103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0" lvl="0" indent="0" algn="ct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/>
            <a:t>• State Management: Provider (Google khuyến nghị).</a:t>
          </a:r>
        </a:p>
      </dsp:txBody>
      <dsp:txXfrm>
        <a:off x="2501652" y="2520696"/>
        <a:ext cx="2273699" cy="1364219"/>
      </dsp:txXfrm>
    </dsp:sp>
    <dsp:sp modelId="{27E133C6-ADAB-4927-9B1B-FB8185B2EDC4}">
      <dsp:nvSpPr>
        <dsp:cNvPr id="0" name=""/>
        <dsp:cNvSpPr/>
      </dsp:nvSpPr>
      <dsp:spPr>
        <a:xfrm>
          <a:off x="1251117" y="4112286"/>
          <a:ext cx="2273699" cy="1364219"/>
        </a:xfrm>
        <a:prstGeom prst="rect">
          <a:avLst/>
        </a:prstGeom>
        <a:solidFill>
          <a:schemeClr val="accent2">
            <a:hueOff val="4681519"/>
            <a:satOff val="-5839"/>
            <a:lumOff val="1373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0" lvl="0" indent="0" algn="ct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/>
            <a:t>• MultiProvider quản lý: HabitProvider, SettingsProvider, ProfileProvider.</a:t>
          </a:r>
        </a:p>
      </dsp:txBody>
      <dsp:txXfrm>
        <a:off x="1251117" y="4112286"/>
        <a:ext cx="2273699" cy="1364219"/>
      </dsp:txXfrm>
    </dsp:sp>
  </dsp:spTree>
</dsp:drawing>
</file>

<file path=ppt/diagrams/drawing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1EEB9A9-0C59-4716-BAE4-51E07869879E}">
      <dsp:nvSpPr>
        <dsp:cNvPr id="0" name=""/>
        <dsp:cNvSpPr/>
      </dsp:nvSpPr>
      <dsp:spPr>
        <a:xfrm>
          <a:off x="608136" y="3127"/>
          <a:ext cx="3559662" cy="2064308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6680" tIns="53340" rIns="106680" bIns="53340" numCol="1" spcCol="1270" anchor="ctr" anchorCtr="0">
          <a:noAutofit/>
        </a:bodyPr>
        <a:lstStyle/>
        <a:p>
          <a:pPr marL="0" lvl="0" indent="0" algn="ctr" defTabSz="12446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800" kern="1200"/>
            <a:t>• Mô hình Habit: id, name, type, totalDays.</a:t>
          </a:r>
        </a:p>
      </dsp:txBody>
      <dsp:txXfrm>
        <a:off x="708907" y="103898"/>
        <a:ext cx="3358120" cy="1862766"/>
      </dsp:txXfrm>
    </dsp:sp>
    <dsp:sp modelId="{D558BA4D-5A2C-4EAA-8351-795D2E811225}">
      <dsp:nvSpPr>
        <dsp:cNvPr id="0" name=""/>
        <dsp:cNvSpPr/>
      </dsp:nvSpPr>
      <dsp:spPr>
        <a:xfrm>
          <a:off x="608136" y="2170652"/>
          <a:ext cx="3559662" cy="2064308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2870" tIns="51435" rIns="102870" bIns="51435" numCol="1" spcCol="1270" anchor="ctr" anchorCtr="0">
          <a:noAutofit/>
        </a:bodyPr>
        <a:lstStyle/>
        <a:p>
          <a:pPr marL="0" lvl="0" indent="0" algn="ctr" defTabSz="12001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700" kern="1200" dirty="0"/>
            <a:t>• </a:t>
          </a:r>
          <a:r>
            <a:rPr lang="en-US" sz="2700" kern="1200" dirty="0" err="1"/>
            <a:t>completionLog</a:t>
          </a:r>
          <a:r>
            <a:rPr lang="en-US" sz="2700" kern="1200" dirty="0"/>
            <a:t>: Map&lt;</a:t>
          </a:r>
          <a:r>
            <a:rPr lang="en-US" sz="2700" kern="1200" dirty="0" err="1"/>
            <a:t>DateTime</a:t>
          </a:r>
          <a:r>
            <a:rPr lang="en-US" sz="2700" kern="1200" dirty="0"/>
            <a:t>, bool&gt; </a:t>
          </a:r>
          <a:r>
            <a:rPr lang="en-US" sz="2700" kern="1200" dirty="0" err="1"/>
            <a:t>cho</a:t>
          </a:r>
          <a:r>
            <a:rPr lang="en-US" sz="2700" kern="1200" dirty="0"/>
            <a:t> </a:t>
          </a:r>
          <a:r>
            <a:rPr lang="en-US" sz="2700" kern="1200" dirty="0" err="1"/>
            <a:t>phép</a:t>
          </a:r>
          <a:r>
            <a:rPr lang="en-US" sz="2700" kern="1200" dirty="0"/>
            <a:t> </a:t>
          </a:r>
          <a:r>
            <a:rPr lang="en-US" sz="2700" kern="1200" dirty="0" err="1"/>
            <a:t>tính</a:t>
          </a:r>
          <a:r>
            <a:rPr lang="en-US" sz="2700" kern="1200" dirty="0"/>
            <a:t> </a:t>
          </a:r>
          <a:r>
            <a:rPr lang="en-US" sz="2700" kern="1200" dirty="0" err="1"/>
            <a:t>chuỗi</a:t>
          </a:r>
          <a:r>
            <a:rPr lang="en-US" sz="2700" kern="1200" dirty="0"/>
            <a:t> </a:t>
          </a:r>
          <a:r>
            <a:rPr lang="en-US" sz="2700" kern="1200" dirty="0" err="1"/>
            <a:t>chính</a:t>
          </a:r>
          <a:r>
            <a:rPr lang="en-US" sz="2700" kern="1200" dirty="0"/>
            <a:t> </a:t>
          </a:r>
          <a:r>
            <a:rPr lang="en-US" sz="2700" kern="1200" dirty="0" err="1"/>
            <a:t>xác</a:t>
          </a:r>
          <a:r>
            <a:rPr lang="en-US" sz="2700" kern="1200" dirty="0"/>
            <a:t>.</a:t>
          </a:r>
        </a:p>
      </dsp:txBody>
      <dsp:txXfrm>
        <a:off x="708907" y="2271423"/>
        <a:ext cx="3358120" cy="1862766"/>
      </dsp:txXfrm>
    </dsp:sp>
    <dsp:sp modelId="{68D5DE9E-A064-4FE9-BA09-3B19D3555DAC}">
      <dsp:nvSpPr>
        <dsp:cNvPr id="0" name=""/>
        <dsp:cNvSpPr/>
      </dsp:nvSpPr>
      <dsp:spPr>
        <a:xfrm>
          <a:off x="608136" y="4338176"/>
          <a:ext cx="3559662" cy="2064308"/>
        </a:xfrm>
        <a:prstGeom prst="roundRect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2870" tIns="51435" rIns="102870" bIns="51435" numCol="1" spcCol="1270" anchor="ctr" anchorCtr="0">
          <a:noAutofit/>
        </a:bodyPr>
        <a:lstStyle/>
        <a:p>
          <a:pPr marL="0" lvl="0" indent="0" algn="ctr" defTabSz="12001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700" kern="1200"/>
            <a:t>• Lợi ích: Hỗ trợ TableCalendar để đánh dấu ngày hoàn thành.</a:t>
          </a:r>
        </a:p>
      </dsp:txBody>
      <dsp:txXfrm>
        <a:off x="708907" y="4438947"/>
        <a:ext cx="3358120" cy="1862766"/>
      </dsp:txXfrm>
    </dsp:sp>
  </dsp:spTree>
</dsp:drawing>
</file>

<file path=ppt/diagrams/drawing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0171F05-75EF-4C66-B819-B0302BE117F6}">
      <dsp:nvSpPr>
        <dsp:cNvPr id="0" name=""/>
        <dsp:cNvSpPr/>
      </dsp:nvSpPr>
      <dsp:spPr>
        <a:xfrm>
          <a:off x="519658" y="3127"/>
          <a:ext cx="3648139" cy="2064308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9060" tIns="49530" rIns="99060" bIns="4953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kern="1200" dirty="0"/>
            <a:t>• Logic </a:t>
          </a:r>
          <a:r>
            <a:rPr lang="en-US" sz="2600" kern="1200" dirty="0" err="1"/>
            <a:t>tính</a:t>
          </a:r>
          <a:r>
            <a:rPr lang="en-US" sz="2600" kern="1200" dirty="0"/>
            <a:t> </a:t>
          </a:r>
          <a:r>
            <a:rPr lang="en-US" sz="2600" kern="1200" dirty="0" err="1"/>
            <a:t>chuỗi</a:t>
          </a:r>
          <a:r>
            <a:rPr lang="en-US" sz="2600" kern="1200" dirty="0"/>
            <a:t> (streak): </a:t>
          </a:r>
          <a:r>
            <a:rPr lang="en-US" sz="2600" kern="1200" dirty="0" err="1"/>
            <a:t>Duyệt</a:t>
          </a:r>
          <a:r>
            <a:rPr lang="en-US" sz="2600" kern="1200" dirty="0"/>
            <a:t> </a:t>
          </a:r>
          <a:r>
            <a:rPr lang="en-US" sz="2600" kern="1200" dirty="0" err="1"/>
            <a:t>ngược</a:t>
          </a:r>
          <a:r>
            <a:rPr lang="en-US" sz="2600" kern="1200" dirty="0"/>
            <a:t> </a:t>
          </a:r>
          <a:r>
            <a:rPr lang="en-US" sz="2600" kern="1200" dirty="0" err="1"/>
            <a:t>ngày</a:t>
          </a:r>
          <a:r>
            <a:rPr lang="en-US" sz="2600" kern="1200" dirty="0"/>
            <a:t> </a:t>
          </a:r>
          <a:r>
            <a:rPr lang="en-US" sz="2600" kern="1200" dirty="0" err="1"/>
            <a:t>liên</a:t>
          </a:r>
          <a:r>
            <a:rPr lang="en-US" sz="2600" kern="1200" dirty="0"/>
            <a:t> </a:t>
          </a:r>
          <a:r>
            <a:rPr lang="en-US" sz="2600" kern="1200" dirty="0" err="1"/>
            <a:t>tục</a:t>
          </a:r>
          <a:r>
            <a:rPr lang="en-US" sz="2600" kern="1200" dirty="0"/>
            <a:t>.</a:t>
          </a:r>
        </a:p>
      </dsp:txBody>
      <dsp:txXfrm>
        <a:off x="620429" y="103898"/>
        <a:ext cx="3446597" cy="1862766"/>
      </dsp:txXfrm>
    </dsp:sp>
    <dsp:sp modelId="{1032BCDE-A338-4626-8433-4D48AB8D257D}">
      <dsp:nvSpPr>
        <dsp:cNvPr id="0" name=""/>
        <dsp:cNvSpPr/>
      </dsp:nvSpPr>
      <dsp:spPr>
        <a:xfrm>
          <a:off x="519658" y="2170652"/>
          <a:ext cx="3648139" cy="2064308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5250" tIns="47625" rIns="95250" bIns="47625" numCol="1" spcCol="1270" anchor="ctr" anchorCtr="0">
          <a:noAutofit/>
        </a:bodyPr>
        <a:lstStyle/>
        <a:p>
          <a:pPr marL="0" lvl="0" indent="0" algn="ctr" defTabSz="1111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500" kern="1200"/>
            <a:t>• Logic hoàn thành thử thách: Khi tick đủ totalDays, chuyển sang danh sách hoàn thành.</a:t>
          </a:r>
        </a:p>
      </dsp:txBody>
      <dsp:txXfrm>
        <a:off x="620429" y="2271423"/>
        <a:ext cx="3446597" cy="1862766"/>
      </dsp:txXfrm>
    </dsp:sp>
    <dsp:sp modelId="{89070FB5-55B7-402F-B4C6-413176330A7D}">
      <dsp:nvSpPr>
        <dsp:cNvPr id="0" name=""/>
        <dsp:cNvSpPr/>
      </dsp:nvSpPr>
      <dsp:spPr>
        <a:xfrm>
          <a:off x="519658" y="4338176"/>
          <a:ext cx="3648139" cy="2064308"/>
        </a:xfrm>
        <a:prstGeom prst="roundRect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1440" tIns="45720" rIns="91440" bIns="45720" numCol="1" spcCol="1270" anchor="ctr" anchorCtr="0">
          <a:noAutofit/>
        </a:bodyPr>
        <a:lstStyle/>
        <a:p>
          <a:pPr marL="0" lvl="0" indent="0" algn="ctr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kern="1200"/>
            <a:t>• Kích hoạt màn hình chúc mừng với hiệu ứng confetti.</a:t>
          </a:r>
        </a:p>
      </dsp:txBody>
      <dsp:txXfrm>
        <a:off x="620429" y="4438947"/>
        <a:ext cx="3446597" cy="1862766"/>
      </dsp:txXfrm>
    </dsp:sp>
  </dsp:spTree>
</dsp:drawing>
</file>

<file path=ppt/diagrams/drawing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6FF6C14-5FFD-4C24-BE95-AB0014A465CD}">
      <dsp:nvSpPr>
        <dsp:cNvPr id="0" name=""/>
        <dsp:cNvSpPr/>
      </dsp:nvSpPr>
      <dsp:spPr>
        <a:xfrm>
          <a:off x="637510" y="3127"/>
          <a:ext cx="3500913" cy="2064308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7630" tIns="43815" rIns="87630" bIns="43815" numCol="1" spcCol="1270" anchor="ctr" anchorCtr="0">
          <a:noAutofit/>
        </a:bodyPr>
        <a:lstStyle/>
        <a:p>
          <a:pPr marL="0" lvl="0" indent="0" algn="ctr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300" kern="1200"/>
            <a:t>• Đạt được: App Flutter, kiến trúc Provider, giao diện Material 3.</a:t>
          </a:r>
        </a:p>
      </dsp:txBody>
      <dsp:txXfrm>
        <a:off x="738281" y="103898"/>
        <a:ext cx="3299371" cy="1862766"/>
      </dsp:txXfrm>
    </dsp:sp>
    <dsp:sp modelId="{735949ED-0F06-45CF-B1F9-570196F3FC70}">
      <dsp:nvSpPr>
        <dsp:cNvPr id="0" name=""/>
        <dsp:cNvSpPr/>
      </dsp:nvSpPr>
      <dsp:spPr>
        <a:xfrm>
          <a:off x="637510" y="2170652"/>
          <a:ext cx="3500913" cy="2064308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7630" tIns="43815" rIns="87630" bIns="43815" numCol="1" spcCol="1270" anchor="ctr" anchorCtr="0">
          <a:noAutofit/>
        </a:bodyPr>
        <a:lstStyle/>
        <a:p>
          <a:pPr marL="0" lvl="0" indent="0" algn="ctr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300" kern="1200"/>
            <a:t>• Hạn chế: Lưu trữ tạm thời, chưa có Notification.</a:t>
          </a:r>
        </a:p>
      </dsp:txBody>
      <dsp:txXfrm>
        <a:off x="738281" y="2271423"/>
        <a:ext cx="3299371" cy="1862766"/>
      </dsp:txXfrm>
    </dsp:sp>
    <dsp:sp modelId="{3E34361A-0A80-47EC-AF89-BA513A0FD1C8}">
      <dsp:nvSpPr>
        <dsp:cNvPr id="0" name=""/>
        <dsp:cNvSpPr/>
      </dsp:nvSpPr>
      <dsp:spPr>
        <a:xfrm>
          <a:off x="637510" y="4338176"/>
          <a:ext cx="3500913" cy="2064308"/>
        </a:xfrm>
        <a:prstGeom prst="roundRect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3820" tIns="41910" rIns="83820" bIns="41910" numCol="1" spcCol="1270" anchor="ctr" anchorCtr="0">
          <a:noAutofit/>
        </a:bodyPr>
        <a:lstStyle/>
        <a:p>
          <a:pPr marL="0" lvl="0" indent="0" algn="ctr" defTabSz="9779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200" kern="1200"/>
            <a:t>• Hướng phát triển: shared_preferences, sqflite, local_notifications.</a:t>
          </a:r>
        </a:p>
      </dsp:txBody>
      <dsp:txXfrm>
        <a:off x="738281" y="4438947"/>
        <a:ext cx="3299371" cy="1862766"/>
      </dsp:txXfrm>
    </dsp:sp>
  </dsp:spTree>
</dsp:drawing>
</file>

<file path=ppt/diagrams/drawing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D4D5961-67D4-4E00-900C-BBF995BEC38A}">
      <dsp:nvSpPr>
        <dsp:cNvPr id="0" name=""/>
        <dsp:cNvSpPr/>
      </dsp:nvSpPr>
      <dsp:spPr>
        <a:xfrm>
          <a:off x="0" y="155586"/>
          <a:ext cx="4775935" cy="296946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05740" tIns="205740" rIns="205740" bIns="205740" numCol="1" spcCol="1270" anchor="ctr" anchorCtr="0">
          <a:noAutofit/>
        </a:bodyPr>
        <a:lstStyle/>
        <a:p>
          <a:pPr marL="0" lvl="0" indent="0" algn="l" defTabSz="2400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5400" kern="1200" dirty="0"/>
            <a:t>• </a:t>
          </a:r>
          <a:r>
            <a:rPr lang="en-US" sz="5400" kern="1200" dirty="0" err="1">
              <a:latin typeface="+mj-lt"/>
            </a:rPr>
            <a:t>Cảm</a:t>
          </a:r>
          <a:r>
            <a:rPr lang="en-US" sz="5400" kern="1200" dirty="0">
              <a:latin typeface="+mj-lt"/>
            </a:rPr>
            <a:t> </a:t>
          </a:r>
          <a:r>
            <a:rPr lang="vi-VN" sz="5400" kern="1200" dirty="0">
              <a:latin typeface="+mj-lt"/>
              <a:cs typeface="Calibri" panose="020F0502020204030204" pitchFamily="34" charset="0"/>
            </a:rPr>
            <a:t>ơn mọi người </a:t>
          </a:r>
          <a:r>
            <a:rPr lang="vi-VN" sz="5400" kern="1200" dirty="0" err="1">
              <a:latin typeface="+mj-lt"/>
              <a:cs typeface="Calibri" panose="020F0502020204030204" pitchFamily="34" charset="0"/>
            </a:rPr>
            <a:t>người</a:t>
          </a:r>
          <a:r>
            <a:rPr lang="en-US" sz="5400" kern="1200" dirty="0">
              <a:latin typeface="+mj-lt"/>
              <a:cs typeface="Calibri" panose="020F0502020204030204" pitchFamily="34" charset="0"/>
            </a:rPr>
            <a:t> </a:t>
          </a:r>
          <a:r>
            <a:rPr lang="en-US" sz="5400" kern="1200" dirty="0" err="1">
              <a:latin typeface="+mj-lt"/>
            </a:rPr>
            <a:t>đã</a:t>
          </a:r>
          <a:r>
            <a:rPr lang="en-US" sz="5400" kern="1200" dirty="0">
              <a:latin typeface="+mj-lt"/>
            </a:rPr>
            <a:t> </a:t>
          </a:r>
          <a:r>
            <a:rPr lang="en-US" sz="5400" kern="1200" dirty="0" err="1">
              <a:latin typeface="+mj-lt"/>
            </a:rPr>
            <a:t>lắng</a:t>
          </a:r>
          <a:r>
            <a:rPr lang="en-US" sz="5400" kern="1200" dirty="0">
              <a:latin typeface="+mj-lt"/>
            </a:rPr>
            <a:t> </a:t>
          </a:r>
          <a:r>
            <a:rPr lang="en-US" sz="5400" kern="1200" dirty="0" err="1">
              <a:latin typeface="+mj-lt"/>
            </a:rPr>
            <a:t>nghe</a:t>
          </a:r>
          <a:r>
            <a:rPr lang="en-US" sz="5400" kern="1200" dirty="0">
              <a:latin typeface="+mj-lt"/>
            </a:rPr>
            <a:t>!</a:t>
          </a:r>
        </a:p>
      </dsp:txBody>
      <dsp:txXfrm>
        <a:off x="144957" y="300543"/>
        <a:ext cx="4486021" cy="2679546"/>
      </dsp:txXfrm>
    </dsp:sp>
    <dsp:sp modelId="{E6ECCD71-FA45-4DD4-B4E1-8B3CA794C5BC}">
      <dsp:nvSpPr>
        <dsp:cNvPr id="0" name=""/>
        <dsp:cNvSpPr/>
      </dsp:nvSpPr>
      <dsp:spPr>
        <a:xfrm>
          <a:off x="0" y="3280566"/>
          <a:ext cx="4775935" cy="2969460"/>
        </a:xfrm>
        <a:prstGeom prst="roundRect">
          <a:avLst/>
        </a:prstGeom>
        <a:solidFill>
          <a:schemeClr val="accent2">
            <a:hueOff val="4681519"/>
            <a:satOff val="-5839"/>
            <a:lumOff val="1373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05740" tIns="205740" rIns="205740" bIns="205740" numCol="1" spcCol="1270" anchor="ctr" anchorCtr="0">
          <a:noAutofit/>
        </a:bodyPr>
        <a:lstStyle/>
        <a:p>
          <a:pPr marL="0" lvl="0" indent="0" algn="l" defTabSz="2400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5400" kern="1200" dirty="0">
              <a:latin typeface="+mn-lt"/>
            </a:rPr>
            <a:t>•</a:t>
          </a:r>
          <a:r>
            <a:rPr lang="vi-VN" sz="5400" kern="1200" dirty="0">
              <a:latin typeface="+mn-lt"/>
            </a:rPr>
            <a:t>Nếu có thắc mắc hãy liên hệ </a:t>
          </a:r>
          <a:r>
            <a:rPr lang="vi-VN" sz="5400" kern="1200" dirty="0" err="1">
              <a:latin typeface="+mn-lt"/>
            </a:rPr>
            <a:t>Email</a:t>
          </a:r>
          <a:endParaRPr lang="en-US" sz="5400" kern="1200" dirty="0">
            <a:latin typeface="+mn-lt"/>
          </a:endParaRPr>
        </a:p>
      </dsp:txBody>
      <dsp:txXfrm>
        <a:off x="144957" y="3425523"/>
        <a:ext cx="4486021" cy="2679546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8/layout/LinedList">
  <dgm:title val=""/>
  <dgm:desc val=""/>
  <dgm:catLst>
    <dgm:cat type="hierarchy" pri="8000"/>
    <dgm:cat type="list" pri="25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  <dgm:cxn modelId="5" srcId="1" destId="13" srcOrd="2" destOrd="0"/>
      </dgm:cxnLst>
      <dgm:bg/>
      <dgm:whole/>
    </dgm:dataModel>
  </dgm:sampData>
  <dgm:style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</dgm:cxnLst>
      <dgm:bg/>
      <dgm:whole/>
    </dgm:dataModel>
  </dgm:styleData>
  <dgm:clr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</dgm:cxnLst>
      <dgm:bg/>
      <dgm:whole/>
    </dgm:dataModel>
  </dgm:clrData>
  <dgm:layoutNode name="vert0">
    <dgm:varLst>
      <dgm:dir/>
      <dgm:animOne val="branch"/>
      <dgm:animLvl val="lvl"/>
    </dgm:varLst>
    <dgm:choose name="Name0">
      <dgm:if name="Name1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horz1" refType="w"/>
      <dgm:constr type="h" for="ch" forName="horz1" refType="h"/>
      <dgm:constr type="h" for="des" forName="vert1" refType="h"/>
      <dgm:constr type="h" for="des" forName="tx1" refType="h"/>
      <dgm:constr type="h" for="des" forName="horz2" refType="h"/>
      <dgm:constr type="h" for="des" forName="vert2" refType="h"/>
      <dgm:constr type="h" for="des" forName="horz3" refType="h"/>
      <dgm:constr type="h" for="des" forName="vert3" refType="h"/>
      <dgm:constr type="h" for="des" forName="horz4" refType="h"/>
      <dgm:constr type="h" for="des" ptType="node" refType="h"/>
      <dgm:constr type="primFontSz" for="des" forName="tx1" op="equ" val="65"/>
      <dgm:constr type="primFontSz" for="des" forName="tx2" op="equ" val="65"/>
      <dgm:constr type="primFontSz" for="des" forName="tx3" op="equ" val="65"/>
      <dgm:constr type="primFontSz" for="des" forName="tx4" op="equ" val="65"/>
      <dgm:constr type="w" for="des" forName="thickLine" refType="w"/>
      <dgm:constr type="h" for="des" forName="thickLine"/>
      <dgm:constr type="h" for="des" forName="thinLine1"/>
      <dgm:constr type="h" for="des" forName="thinLine2b"/>
      <dgm:constr type="h" for="des" forName="thinLine3"/>
      <dgm:constr type="h" for="des" forName="vertSpace2a" refType="h" fact="0.05"/>
      <dgm:constr type="h" for="des" forName="vertSpace2b" refType="h" refFor="des" refForName="vertSpace2a"/>
    </dgm:constrLst>
    <dgm:forEach name="Name3" axis="ch" ptType="node">
      <dgm:layoutNode name="thickLine" styleLbl="alignNode1">
        <dgm:alg type="sp"/>
        <dgm:shape xmlns:r="http://schemas.openxmlformats.org/officeDocument/2006/relationships" type="line" r:blip="">
          <dgm:adjLst/>
        </dgm:shape>
        <dgm:presOf/>
      </dgm:layoutNode>
      <dgm:layoutNode name="horz1">
        <dgm:choose name="Name4">
          <dgm:if name="Name5" func="var" arg="dir" op="equ" val="norm">
            <dgm:alg type="lin">
              <dgm:param type="linDir" val="fromL"/>
              <dgm:param type="nodeVertAlign" val="t"/>
            </dgm:alg>
          </dgm:if>
          <dgm:else name="Name6">
            <dgm:alg type="lin">
              <dgm:param type="linDir" val="fromR"/>
              <dgm:param type="nodeVertAlign" val="t"/>
            </dgm:alg>
          </dgm:else>
        </dgm:choose>
        <dgm:shape xmlns:r="http://schemas.openxmlformats.org/officeDocument/2006/relationships" r:blip="">
          <dgm:adjLst/>
        </dgm:shape>
        <dgm:presOf/>
        <dgm:choose name="Name7">
          <dgm:if name="Name8" axis="root des" func="maxDepth" op="equ" val="1">
            <dgm:constrLst>
              <dgm:constr type="w" for="ch" forName="tx1" refType="w"/>
            </dgm:constrLst>
          </dgm:if>
          <dgm:if name="Name9" axis="root des" func="maxDepth" op="equ" val="2">
            <dgm:constrLst>
              <dgm:constr type="w" for="ch" forName="tx1" refType="w" fact="0.2"/>
              <dgm:constr type="w" for="des" forName="tx2" refType="w" fact="0.785"/>
              <dgm:constr type="w" for="des" forName="horzSpace2" refType="w" fact="0.015"/>
              <dgm:constr type="w" for="des" forName="thinLine2b" refType="w" fact="0.8"/>
            </dgm:constrLst>
          </dgm:if>
          <dgm:if name="Name10" axis="root des" func="maxDepth" op="equ" val="3">
            <dgm:constrLst>
              <dgm:constr type="w" for="ch" forName="tx1" refType="w" fact="0.2"/>
              <dgm:constr type="w" for="des" forName="tx2" refType="w" fact="0.385"/>
              <dgm:constr type="w" for="des" forName="tx3" refType="w" fact="0.385"/>
              <dgm:constr type="w" for="des" forName="horzSpace2" refType="w" fact="0.015"/>
              <dgm:constr type="w" for="des" forName="horzSpace3" refType="w" fact="0.015"/>
              <dgm:constr type="w" for="des" forName="thinLine2b" refType="w" fact="0.8"/>
              <dgm:constr type="w" for="des" forName="thinLine3" refType="w" fact="0.385"/>
            </dgm:constrLst>
          </dgm:if>
          <dgm:if name="Name11" axis="root des" func="maxDepth" op="gte" val="4">
            <dgm:constrLst>
              <dgm:constr type="w" for="ch" forName="tx1" refType="w" fact="0.2"/>
              <dgm:constr type="w" for="des" forName="tx2" refType="w" fact="0.2516"/>
              <dgm:constr type="w" for="des" forName="tx3" refType="w" fact="0.2516"/>
              <dgm:constr type="w" for="des" forName="tx4" refType="w" fact="0.2516"/>
              <dgm:constr type="w" for="des" forName="horzSpace2" refType="w" fact="0.015"/>
              <dgm:constr type="w" for="des" forName="horzSpace3" refType="w" fact="0.015"/>
              <dgm:constr type="w" for="des" forName="horzSpace4" refType="w" fact="0.015"/>
              <dgm:constr type="w" for="des" forName="thinLine2b" refType="w" fact="0.8"/>
              <dgm:constr type="w" for="des" forName="thinLine3" refType="w" fact="0.5332"/>
            </dgm:constrLst>
          </dgm:if>
          <dgm:else name="Name12"/>
        </dgm:choose>
        <dgm:layoutNode name="tx1" styleLbl="revTx">
          <dgm:alg type="tx">
            <dgm:param type="parTxLTRAlign" val="l"/>
            <dgm:param type="parTxRTLAlign" val="r"/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/>
          <dgm:constrLst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layoutNode name="vert1">
          <dgm:choose name="Name13">
            <dgm:if name="Name14" func="var" arg="dir" op="equ" val="norm">
              <dgm:alg type="lin">
                <dgm:param type="linDir" val="fromT"/>
                <dgm:param type="nodeHorzAlign" val="l"/>
              </dgm:alg>
            </dgm:if>
            <dgm:else name="Name15">
              <dgm:alg type="lin">
                <dgm:param type="linDir" val="fromT"/>
                <dgm:param type="nodeHorzAlign" val="r"/>
              </dgm:alg>
            </dgm:else>
          </dgm:choose>
          <dgm:shape xmlns:r="http://schemas.openxmlformats.org/officeDocument/2006/relationships" r:blip="">
            <dgm:adjLst/>
          </dgm:shape>
          <dgm:presOf/>
          <dgm:forEach name="Name16" axis="ch" ptType="node">
            <dgm:choose name="Name17">
              <dgm:if name="Name18" axis="self" ptType="node" func="pos" op="equ" val="1">
                <dgm:layoutNode name="vertSpace2a">
                  <dgm:alg type="sp"/>
                  <dgm:shape xmlns:r="http://schemas.openxmlformats.org/officeDocument/2006/relationships" r:blip="">
                    <dgm:adjLst/>
                  </dgm:shape>
                  <dgm:presOf/>
                </dgm:layoutNode>
              </dgm:if>
              <dgm:else name="Name19"/>
            </dgm:choose>
            <dgm:layoutNode name="horz2">
              <dgm:choose name="Name20">
                <dgm:if name="Name21" func="var" arg="dir" op="equ" val="norm">
                  <dgm:alg type="lin">
                    <dgm:param type="linDir" val="fromL"/>
                    <dgm:param type="nodeVertAlign" val="t"/>
                  </dgm:alg>
                </dgm:if>
                <dgm:else name="Name22">
                  <dgm:alg type="lin">
                    <dgm:param type="linDir" val="fromR"/>
                    <dgm:param type="nodeVertAlign" val="t"/>
                  </dgm:alg>
                </dgm:else>
              </dgm:choose>
              <dgm:shape xmlns:r="http://schemas.openxmlformats.org/officeDocument/2006/relationships" r:blip="">
                <dgm:adjLst/>
              </dgm:shape>
              <dgm:presOf/>
              <dgm:layoutNode name="horzSpace2">
                <dgm:alg type="sp"/>
                <dgm:shape xmlns:r="http://schemas.openxmlformats.org/officeDocument/2006/relationships" r:blip="">
                  <dgm:adjLst/>
                </dgm:shape>
                <dgm:presOf/>
              </dgm:layoutNode>
              <dgm:layoutNode name="tx2" styleLbl="revTx">
                <dgm:alg type="tx">
                  <dgm:param type="parTxLTRAlign" val="l"/>
                  <dgm:param type="parTxRTLAlign" val="r"/>
                  <dgm:param type="txAnchorVert" val="t"/>
                </dgm:alg>
                <dgm:shape xmlns:r="http://schemas.openxmlformats.org/officeDocument/2006/relationships" type="rect" r:blip="">
                  <dgm:adjLst/>
                </dgm:shape>
                <dgm:presOf axis="self"/>
                <dgm:constrLst>
                  <dgm:constr type="tMarg" refType="primFontSz" fact="0.3"/>
                  <dgm:constr type="bMarg" refType="primFontSz" fact="0.3"/>
                  <dgm:constr type="lMarg" refType="primFontSz" fact="0.3"/>
                  <dgm:constr type="rMarg" refType="primFontSz" fact="0.3"/>
                </dgm:constrLst>
                <dgm:ruleLst>
                  <dgm:rule type="primFontSz" val="5" fact="NaN" max="NaN"/>
                </dgm:ruleLst>
              </dgm:layoutNode>
              <dgm:layoutNode name="vert2">
                <dgm:choose name="Name23">
                  <dgm:if name="Name24" func="var" arg="dir" op="equ" val="norm">
                    <dgm:alg type="lin">
                      <dgm:param type="linDir" val="fromT"/>
                      <dgm:param type="nodeHorzAlign" val="l"/>
                    </dgm:alg>
                  </dgm:if>
                  <dgm:else name="Name25">
                    <dgm:alg type="lin">
                      <dgm:param type="linDir" val="fromT"/>
                      <dgm:param type="nodeHorzAlign" val="r"/>
                    </dgm:alg>
                  </dgm:else>
                </dgm:choose>
                <dgm:shape xmlns:r="http://schemas.openxmlformats.org/officeDocument/2006/relationships" r:blip="">
                  <dgm:adjLst/>
                </dgm:shape>
                <dgm:presOf/>
                <dgm:forEach name="Name26" axis="ch" ptType="node">
                  <dgm:layoutNode name="horz3">
                    <dgm:choose name="Name27">
                      <dgm:if name="Name28" func="var" arg="dir" op="equ" val="norm">
                        <dgm:alg type="lin">
                          <dgm:param type="linDir" val="fromL"/>
                          <dgm:param type="nodeVertAlign" val="t"/>
                        </dgm:alg>
                      </dgm:if>
                      <dgm:else name="Name29">
                        <dgm:alg type="lin">
                          <dgm:param type="linDir" val="fromR"/>
                          <dgm:param type="nodeVertAlign" val="t"/>
                        </dgm:alg>
                      </dgm:else>
                    </dgm:choose>
                    <dgm:shape xmlns:r="http://schemas.openxmlformats.org/officeDocument/2006/relationships" r:blip="">
                      <dgm:adjLst/>
                    </dgm:shape>
                    <dgm:presOf/>
                    <dgm:layoutNode name="horzSpace3">
                      <dgm:alg type="sp"/>
                      <dgm:shape xmlns:r="http://schemas.openxmlformats.org/officeDocument/2006/relationships" r:blip="">
                        <dgm:adjLst/>
                      </dgm:shape>
                      <dgm:presOf/>
                    </dgm:layoutNode>
                    <dgm:layoutNode name="tx3" styleLbl="revTx">
                      <dgm:alg type="tx">
                        <dgm:param type="parTxLTRAlign" val="l"/>
                        <dgm:param type="parTxRTLAlign" val="r"/>
                        <dgm:param type="txAnchorVert" val="t"/>
                      </dgm:alg>
                      <dgm:shape xmlns:r="http://schemas.openxmlformats.org/officeDocument/2006/relationships" type="rect" r:blip="">
                        <dgm:adjLst/>
                      </dgm:shape>
                      <dgm:presOf axis="self"/>
                      <dgm:constrLst>
                        <dgm:constr type="tMarg" refType="primFontSz" fact="0.3"/>
                        <dgm:constr type="bMarg" refType="primFontSz" fact="0.3"/>
                        <dgm:constr type="lMarg" refType="primFontSz" fact="0.3"/>
                        <dgm:constr type="r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  <dgm:layoutNode name="vert3">
                      <dgm:choose name="Name30">
                        <dgm:if name="Name31" func="var" arg="dir" op="equ" val="norm">
                          <dgm:alg type="lin">
                            <dgm:param type="linDir" val="fromT"/>
                            <dgm:param type="nodeHorzAlign" val="l"/>
                          </dgm:alg>
                        </dgm:if>
                        <dgm:else name="Name32">
                          <dgm:alg type="lin">
                            <dgm:param type="linDir" val="fromT"/>
                            <dgm:param type="nodeHorzAlign" val="r"/>
                          </dgm:alg>
                        </dgm:else>
                      </dgm:choose>
                      <dgm:shape xmlns:r="http://schemas.openxmlformats.org/officeDocument/2006/relationships" r:blip="">
                        <dgm:adjLst/>
                      </dgm:shape>
                      <dgm:presOf/>
                      <dgm:forEach name="Name33" axis="ch" ptType="node">
                        <dgm:layoutNode name="horz4">
                          <dgm:choose name="Name34">
                            <dgm:if name="Name35" func="var" arg="dir" op="equ" val="norm">
                              <dgm:alg type="lin">
                                <dgm:param type="linDir" val="fromL"/>
                                <dgm:param type="nodeVertAlign" val="t"/>
                              </dgm:alg>
                            </dgm:if>
                            <dgm:else name="Name36">
                              <dgm:alg type="lin">
                                <dgm:param type="linDir" val="fromR"/>
                                <dgm:param type="nodeVertAlign" val="t"/>
                              </dgm:alg>
                            </dgm:else>
                          </dgm:choose>
                          <dgm:shape xmlns:r="http://schemas.openxmlformats.org/officeDocument/2006/relationships" r:blip="">
                            <dgm:adjLst/>
                          </dgm:shape>
                          <dgm:presOf/>
                          <dgm:layoutNode name="horzSpace4">
                            <dgm:alg type="sp"/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</dgm:layoutNode>
                          <dgm:layoutNode name="tx4" styleLbl="revTx">
                            <dgm:varLst>
                              <dgm:bulletEnabled val="1"/>
                            </dgm:varLst>
                            <dgm:alg type="tx">
                              <dgm:param type="parTxLTRAlign" val="l"/>
                              <dgm:param type="parTxRTLAlign" val="r"/>
                              <dgm:param type="txAnchorVert" val="t"/>
                            </dgm:alg>
                            <dgm:shape xmlns:r="http://schemas.openxmlformats.org/officeDocument/2006/relationships" type="rect" r:blip="">
                              <dgm:adjLst/>
                            </dgm:shape>
                            <dgm:presOf axis="desOrSelf" ptType="node"/>
                            <dgm:constrLst>
                              <dgm:constr type="tMarg" refType="primFontSz" fact="0.3"/>
                              <dgm:constr type="bMarg" refType="primFontSz" fact="0.3"/>
                              <dgm:constr type="lMarg" refType="primFontSz" fact="0.3"/>
                              <dgm:constr type="rMarg" refType="primFontSz" fact="0.3"/>
                            </dgm:constrLst>
                            <dgm:ruleLst>
                              <dgm:rule type="primFontSz" val="5" fact="NaN" max="NaN"/>
                            </dgm:ruleLst>
                          </dgm:layoutNode>
                        </dgm:layoutNode>
                      </dgm:forEach>
                    </dgm:layoutNode>
                  </dgm:layoutNode>
                  <dgm:forEach name="Name37" axis="followSib" ptType="sibTrans" cnt="1">
                    <dgm:layoutNode name="thinLine3" styleLbl="callout">
                      <dgm:alg type="sp"/>
                      <dgm:shape xmlns:r="http://schemas.openxmlformats.org/officeDocument/2006/relationships" type="line" r:blip="">
                        <dgm:adjLst/>
                      </dgm:shape>
                      <dgm:presOf/>
                    </dgm:layoutNode>
                  </dgm:forEach>
                </dgm:forEach>
              </dgm:layoutNode>
            </dgm:layoutNode>
            <dgm:layoutNode name="thinLine2b" styleLbl="callout">
              <dgm:alg type="sp"/>
              <dgm:shape xmlns:r="http://schemas.openxmlformats.org/officeDocument/2006/relationships" type="line" r:blip="">
                <dgm:adjLst/>
              </dgm:shape>
              <dgm:presOf/>
            </dgm:layoutNode>
            <dgm:layoutNode name="vertSpace2b">
              <dgm:alg type="sp"/>
              <dgm:shape xmlns:r="http://schemas.openxmlformats.org/officeDocument/2006/relationships" r:blip="">
                <dgm:adjLst/>
              </dgm:shape>
              <dgm:presOf/>
            </dgm:layoutNode>
          </dgm:forEach>
        </dgm:layoutNode>
      </dgm:layoutNode>
    </dgm:forEach>
  </dgm:layoutNode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05/8/layout/matrix2">
  <dgm:title val=""/>
  <dgm:desc val=""/>
  <dgm:catLst>
    <dgm:cat type="matrix" pri="3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</dgm:ptLst>
      <dgm:cxnLst>
        <dgm:cxn modelId="5" srcId="0" destId="1" srcOrd="0" destOrd="0"/>
        <dgm:cxn modelId="6" srcId="0" destId="2" srcOrd="1" destOrd="0"/>
        <dgm:cxn modelId="7" srcId="0" destId="3" srcOrd="0" destOrd="0"/>
        <dgm:cxn modelId="8" srcId="0" destId="4" srcOrd="1" destOrd="0"/>
      </dgm:cxnLst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matrix">
    <dgm:varLst>
      <dgm:chMax val="1"/>
      <dgm:dir/>
      <dgm:resizeHandles val="exact"/>
    </dgm:varLst>
    <dgm:alg type="composite">
      <dgm:param type="ar" val="1"/>
    </dgm:alg>
    <dgm:shape xmlns:r="http://schemas.openxmlformats.org/officeDocument/2006/relationships" r:blip="">
      <dgm:adjLst/>
    </dgm:shape>
    <dgm:presOf/>
    <dgm:choose name="Name0">
      <dgm:if name="Name1" func="var" arg="dir" op="equ" val="norm">
        <dgm:constrLst>
          <dgm:constr type="primFontSz" for="ch" ptType="node" op="equ" val="65"/>
          <dgm:constr type="w" for="ch" forName="axisShape" refType="w"/>
          <dgm:constr type="h" for="ch" forName="axisShape" refType="h"/>
          <dgm:constr type="w" for="ch" forName="rect1" refType="w" fact="0.4"/>
          <dgm:constr type="h" for="ch" forName="rect1" refType="w" fact="0.4"/>
          <dgm:constr type="l" for="ch" forName="rect1" refType="w" fact="0.065"/>
          <dgm:constr type="t" for="ch" forName="rect1" refType="h" fact="0.065"/>
          <dgm:constr type="w" for="ch" forName="rect2" refType="w" fact="0.4"/>
          <dgm:constr type="h" for="ch" forName="rect2" refType="h" fact="0.4"/>
          <dgm:constr type="r" for="ch" forName="rect2" refType="w" fact="0.935"/>
          <dgm:constr type="t" for="ch" forName="rect2" refType="h" fact="0.065"/>
          <dgm:constr type="w" for="ch" forName="rect3" refType="w" fact="0.4"/>
          <dgm:constr type="h" for="ch" forName="rect3" refType="w" fact="0.4"/>
          <dgm:constr type="l" for="ch" forName="rect3" refType="w" fact="0.065"/>
          <dgm:constr type="b" for="ch" forName="rect3" refType="h" fact="0.935"/>
          <dgm:constr type="w" for="ch" forName="rect4" refType="w" fact="0.4"/>
          <dgm:constr type="h" for="ch" forName="rect4" refType="h" fact="0.4"/>
          <dgm:constr type="r" for="ch" forName="rect4" refType="w" fact="0.935"/>
          <dgm:constr type="b" for="ch" forName="rect4" refType="h" fact="0.935"/>
        </dgm:constrLst>
      </dgm:if>
      <dgm:else name="Name2">
        <dgm:constrLst>
          <dgm:constr type="primFontSz" for="ch" ptType="node" op="equ" val="65"/>
          <dgm:constr type="w" for="ch" forName="axisShape" refType="w"/>
          <dgm:constr type="h" for="ch" forName="axisShape" refType="h"/>
          <dgm:constr type="w" for="ch" forName="rect1" refType="w" fact="0.4"/>
          <dgm:constr type="h" for="ch" forName="rect1" refType="w" fact="0.4"/>
          <dgm:constr type="r" for="ch" forName="rect1" refType="w" fact="0.935"/>
          <dgm:constr type="t" for="ch" forName="rect1" refType="h" fact="0.065"/>
          <dgm:constr type="w" for="ch" forName="rect2" refType="w" fact="0.4"/>
          <dgm:constr type="h" for="ch" forName="rect2" refType="h" fact="0.4"/>
          <dgm:constr type="l" for="ch" forName="rect2" refType="w" fact="0.065"/>
          <dgm:constr type="t" for="ch" forName="rect2" refType="h" fact="0.065"/>
          <dgm:constr type="w" for="ch" forName="rect3" refType="w" fact="0.4"/>
          <dgm:constr type="h" for="ch" forName="rect3" refType="w" fact="0.4"/>
          <dgm:constr type="r" for="ch" forName="rect3" refType="w" fact="0.935"/>
          <dgm:constr type="b" for="ch" forName="rect3" refType="h" fact="0.935"/>
          <dgm:constr type="w" for="ch" forName="rect4" refType="w" fact="0.4"/>
          <dgm:constr type="h" for="ch" forName="rect4" refType="h" fact="0.4"/>
          <dgm:constr type="l" for="ch" forName="rect4" refType="w" fact="0.065"/>
          <dgm:constr type="b" for="ch" forName="rect4" refType="h" fact="0.935"/>
        </dgm:constrLst>
      </dgm:else>
    </dgm:choose>
    <dgm:ruleLst/>
    <dgm:choose name="Name3">
      <dgm:if name="Name4" axis="ch" ptType="node" func="cnt" op="gte" val="1">
        <dgm:layoutNode name="axisShape" styleLbl="bgShp">
          <dgm:alg type="sp"/>
          <dgm:shape xmlns:r="http://schemas.openxmlformats.org/officeDocument/2006/relationships" type="quadArrow" r:blip="">
            <dgm:adjLst>
              <dgm:adj idx="1" val="0.02"/>
              <dgm:adj idx="2" val="0.04"/>
              <dgm:adj idx="3" val="0.05"/>
            </dgm:adjLst>
          </dgm:shape>
          <dgm:presOf/>
          <dgm:constrLst/>
          <dgm:ruleLst/>
        </dgm:layoutNode>
        <dgm:layoutNode name="rect1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ch desOrSelf" ptType="node node" st="1 1" cnt="1 0"/>
          <dgm:constrLst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layoutNode name="rect2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ch desOrSelf" ptType="node node" st="2 1" cnt="1 0"/>
          <dgm:constrLst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layoutNode name="rect3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ch desOrSelf" ptType="node node" st="3 1" cnt="1 0"/>
          <dgm:constrLst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layoutNode name="rect4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ch desOrSelf" ptType="node node" st="4 1" cnt="1 0"/>
          <dgm:constrLst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</dgm:if>
      <dgm:else name="Name5"/>
    </dgm:choose>
  </dgm:layoutNode>
</dgm:layoutDef>
</file>

<file path=ppt/diagrams/layout3.xml><?xml version="1.0" encoding="utf-8"?>
<dgm:layoutDef xmlns:dgm="http://schemas.openxmlformats.org/drawingml/2006/diagram" xmlns:a="http://schemas.openxmlformats.org/drawingml/2006/main" uniqueId="urn:microsoft.com/office/officeart/2005/8/layout/default">
  <dgm:title val=""/>
  <dgm:desc val=""/>
  <dgm:catLst>
    <dgm:cat type="list" pri="4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diagram">
    <dgm:varLst>
      <dgm:dir/>
      <dgm:resizeHandles val="exact"/>
    </dgm:varLst>
    <dgm:choose name="Name0">
      <dgm:if name="Name1" func="var" arg="dir" op="equ" val="norm">
        <dgm:alg type="snake">
          <dgm:param type="grDir" val="tL"/>
          <dgm:param type="flowDir" val="row"/>
          <dgm:param type="contDir" val="sameDir"/>
          <dgm:param type="off" val="ctr"/>
        </dgm:alg>
      </dgm:if>
      <dgm:else name="Name2">
        <dgm:alg type="snake">
          <dgm:param type="grDir" val="tR"/>
          <dgm:param type="flowDir" val="row"/>
          <dgm:param type="contDir" val="sameDir"/>
          <dgm:param type="off" val="ct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node" refType="w"/>
      <dgm:constr type="h" for="ch" forName="node" refType="w" refFor="ch" refForName="node" fact="0.6"/>
      <dgm:constr type="w" for="ch" forName="sibTrans" refType="w" refFor="ch" refForName="node" fact="0.1"/>
      <dgm:constr type="sp" refType="w" refFor="ch" refForName="sibTrans"/>
      <dgm:constr type="primFontSz" for="ch" forName="node" op="equ" val="65"/>
    </dgm:constrLst>
    <dgm:ruleLst/>
    <dgm:forEach name="Name3" axis="ch" ptType="node">
      <dgm:layoutNode name="node">
        <dgm:varLst>
          <dgm:bulletEnabled val="1"/>
        </dgm:varLst>
        <dgm:alg type="tx"/>
        <dgm:shape xmlns:r="http://schemas.openxmlformats.org/officeDocument/2006/relationships" type="rect" r:blip="">
          <dgm:adjLst/>
        </dgm:shape>
        <dgm:presOf axis="desOrSelf" ptType="node"/>
        <dgm:constrLst>
          <dgm:constr type="lMarg" refType="primFontSz" fact="0.3"/>
          <dgm:constr type="rMarg" refType="primFontSz" fact="0.3"/>
          <dgm:constr type="tMarg" refType="primFontSz" fact="0.3"/>
          <dgm:constr type="bMarg" refType="primFontSz" fact="0.3"/>
        </dgm:constrLst>
        <dgm:ruleLst>
          <dgm:rule type="primFontSz" val="5" fact="NaN" max="NaN"/>
        </dgm:ruleLst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4.xml><?xml version="1.0" encoding="utf-8"?>
<dgm:layoutDef xmlns:dgm="http://schemas.openxmlformats.org/drawingml/2006/diagram" xmlns:a="http://schemas.openxmlformats.org/drawingml/2006/main" uniqueId="urn:microsoft.com/office/officeart/2005/8/layout/vList5">
  <dgm:title val=""/>
  <dgm:desc val=""/>
  <dgm:catLst>
    <dgm:cat type="list" pri="15000"/>
    <dgm:cat type="convert" pri="2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>
          <dgm:param type="linDir" val="fromT"/>
          <dgm:param type="nodeHorzAlign" val="l"/>
        </dgm:alg>
      </dgm:if>
      <dgm:else name="Name3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linNode" refType="h"/>
      <dgm:constr type="w" for="ch" forName="linNode" refType="w"/>
      <dgm:constr type="h" for="ch" forName="sp" refType="h" fact="0.05"/>
      <dgm:constr type="primFontSz" for="des" forName="parentText" op="equ" val="65"/>
      <dgm:constr type="secFontSz" for="des" forName="descendantText" op="equ"/>
    </dgm:constrLst>
    <dgm:ruleLst/>
    <dgm:forEach name="Name4" axis="ch" ptType="node">
      <dgm:layoutNode name="linNode">
        <dgm:choose name="Name5">
          <dgm:if name="Name6" func="var" arg="dir" op="equ" val="norm">
            <dgm:alg type="lin">
              <dgm:param type="linDir" val="fromL"/>
            </dgm:alg>
          </dgm:if>
          <dgm:else name="Name7">
            <dgm:alg type="lin">
              <dgm:param type="linDir" val="fromR"/>
            </dgm:alg>
          </dgm:else>
        </dgm:choose>
        <dgm:shape xmlns:r="http://schemas.openxmlformats.org/officeDocument/2006/relationships" r:blip="">
          <dgm:adjLst/>
        </dgm:shape>
        <dgm:presOf/>
        <dgm:constrLst>
          <dgm:constr type="w" for="ch" forName="parentText" refType="w" fact="0.36"/>
          <dgm:constr type="w" for="ch" forName="descendantText" refType="w" fact="0.64"/>
          <dgm:constr type="h" for="ch" forName="parentText" refType="h"/>
          <dgm:constr type="h" for="ch" forName="descendantText" refType="h" refFor="ch" refForName="parentText" fact="0.8"/>
        </dgm:constrLst>
        <dgm:ruleLst/>
        <dgm:layoutNode name="parentText">
          <dgm:varLst>
            <dgm:chMax val="1"/>
            <dgm:bulletEnabled val="1"/>
          </dgm:varLst>
          <dgm:alg type="tx"/>
          <dgm:shape xmlns:r="http://schemas.openxmlformats.org/officeDocument/2006/relationships" type="roundRect" r:blip="" zOrderOff="3">
            <dgm:adjLst/>
          </dgm:shape>
          <dgm:presOf axis="self" ptType="node"/>
          <dgm:constrLst>
            <dgm:constr type="tMarg" refType="primFontSz" fact="0.15"/>
            <dgm:constr type="bMarg" refType="primFontSz" fact="0.15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choose name="Name8">
          <dgm:if name="Name9" axis="ch" ptType="node" func="cnt" op="gte" val="1">
            <dgm:layoutNode name="descendantText" styleLbl="alignAccFollowNode1">
              <dgm:varLst>
                <dgm:bulletEnabled val="1"/>
              </dgm:varLst>
              <dgm:alg type="tx">
                <dgm:param type="stBulletLvl" val="1"/>
                <dgm:param type="txAnchorVertCh" val="mid"/>
              </dgm:alg>
              <dgm:choose name="Name10">
                <dgm:if name="Name11" func="var" arg="dir" op="equ" val="norm">
                  <dgm:shape xmlns:r="http://schemas.openxmlformats.org/officeDocument/2006/relationships" rot="90" type="round2SameRect" r:blip="">
                    <dgm:adjLst/>
                  </dgm:shape>
                </dgm:if>
                <dgm:else name="Name12">
                  <dgm:shape xmlns:r="http://schemas.openxmlformats.org/officeDocument/2006/relationships" rot="-90" type="round2SameRect" r:blip="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lMarg" refType="secFontSz" fact="0.3"/>
                <dgm:constr type="rMarg" refType="secFontSz" fact="0.3"/>
                <dgm:constr type="tMarg" refType="secFontSz" fact="0.15"/>
                <dgm:constr type="bMarg" refType="secFontSz" fact="0.15"/>
              </dgm:constrLst>
              <dgm:ruleLst>
                <dgm:rule type="secFontSz" val="5" fact="NaN" max="NaN"/>
              </dgm:ruleLst>
            </dgm:layoutNode>
          </dgm:if>
          <dgm:else name="Name13"/>
        </dgm:choose>
      </dgm:layoutNode>
      <dgm:forEach name="Name14" axis="followSib" ptType="sibTrans" cnt="1">
        <dgm:layoutNode name="sp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5.xml><?xml version="1.0" encoding="utf-8"?>
<dgm:layoutDef xmlns:dgm="http://schemas.openxmlformats.org/drawingml/2006/diagram" xmlns:a="http://schemas.openxmlformats.org/drawingml/2006/main" uniqueId="urn:microsoft.com/office/officeart/2005/8/layout/vList5">
  <dgm:title val=""/>
  <dgm:desc val=""/>
  <dgm:catLst>
    <dgm:cat type="list" pri="15000"/>
    <dgm:cat type="convert" pri="2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>
          <dgm:param type="linDir" val="fromT"/>
          <dgm:param type="nodeHorzAlign" val="l"/>
        </dgm:alg>
      </dgm:if>
      <dgm:else name="Name3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linNode" refType="h"/>
      <dgm:constr type="w" for="ch" forName="linNode" refType="w"/>
      <dgm:constr type="h" for="ch" forName="sp" refType="h" fact="0.05"/>
      <dgm:constr type="primFontSz" for="des" forName="parentText" op="equ" val="65"/>
      <dgm:constr type="secFontSz" for="des" forName="descendantText" op="equ"/>
    </dgm:constrLst>
    <dgm:ruleLst/>
    <dgm:forEach name="Name4" axis="ch" ptType="node">
      <dgm:layoutNode name="linNode">
        <dgm:choose name="Name5">
          <dgm:if name="Name6" func="var" arg="dir" op="equ" val="norm">
            <dgm:alg type="lin">
              <dgm:param type="linDir" val="fromL"/>
            </dgm:alg>
          </dgm:if>
          <dgm:else name="Name7">
            <dgm:alg type="lin">
              <dgm:param type="linDir" val="fromR"/>
            </dgm:alg>
          </dgm:else>
        </dgm:choose>
        <dgm:shape xmlns:r="http://schemas.openxmlformats.org/officeDocument/2006/relationships" r:blip="">
          <dgm:adjLst/>
        </dgm:shape>
        <dgm:presOf/>
        <dgm:constrLst>
          <dgm:constr type="w" for="ch" forName="parentText" refType="w" fact="0.36"/>
          <dgm:constr type="w" for="ch" forName="descendantText" refType="w" fact="0.64"/>
          <dgm:constr type="h" for="ch" forName="parentText" refType="h"/>
          <dgm:constr type="h" for="ch" forName="descendantText" refType="h" refFor="ch" refForName="parentText" fact="0.8"/>
        </dgm:constrLst>
        <dgm:ruleLst/>
        <dgm:layoutNode name="parentText">
          <dgm:varLst>
            <dgm:chMax val="1"/>
            <dgm:bulletEnabled val="1"/>
          </dgm:varLst>
          <dgm:alg type="tx"/>
          <dgm:shape xmlns:r="http://schemas.openxmlformats.org/officeDocument/2006/relationships" type="roundRect" r:blip="" zOrderOff="3">
            <dgm:adjLst/>
          </dgm:shape>
          <dgm:presOf axis="self" ptType="node"/>
          <dgm:constrLst>
            <dgm:constr type="tMarg" refType="primFontSz" fact="0.15"/>
            <dgm:constr type="bMarg" refType="primFontSz" fact="0.15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choose name="Name8">
          <dgm:if name="Name9" axis="ch" ptType="node" func="cnt" op="gte" val="1">
            <dgm:layoutNode name="descendantText" styleLbl="alignAccFollowNode1">
              <dgm:varLst>
                <dgm:bulletEnabled val="1"/>
              </dgm:varLst>
              <dgm:alg type="tx">
                <dgm:param type="stBulletLvl" val="1"/>
                <dgm:param type="txAnchorVertCh" val="mid"/>
              </dgm:alg>
              <dgm:choose name="Name10">
                <dgm:if name="Name11" func="var" arg="dir" op="equ" val="norm">
                  <dgm:shape xmlns:r="http://schemas.openxmlformats.org/officeDocument/2006/relationships" rot="90" type="round2SameRect" r:blip="">
                    <dgm:adjLst/>
                  </dgm:shape>
                </dgm:if>
                <dgm:else name="Name12">
                  <dgm:shape xmlns:r="http://schemas.openxmlformats.org/officeDocument/2006/relationships" rot="-90" type="round2SameRect" r:blip="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lMarg" refType="secFontSz" fact="0.3"/>
                <dgm:constr type="rMarg" refType="secFontSz" fact="0.3"/>
                <dgm:constr type="tMarg" refType="secFontSz" fact="0.15"/>
                <dgm:constr type="bMarg" refType="secFontSz" fact="0.15"/>
              </dgm:constrLst>
              <dgm:ruleLst>
                <dgm:rule type="secFontSz" val="5" fact="NaN" max="NaN"/>
              </dgm:ruleLst>
            </dgm:layoutNode>
          </dgm:if>
          <dgm:else name="Name13"/>
        </dgm:choose>
      </dgm:layoutNode>
      <dgm:forEach name="Name14" axis="followSib" ptType="sibTrans" cnt="1">
        <dgm:layoutNode name="sp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6.xml><?xml version="1.0" encoding="utf-8"?>
<dgm:layoutDef xmlns:dgm="http://schemas.openxmlformats.org/drawingml/2006/diagram" xmlns:a="http://schemas.openxmlformats.org/drawingml/2006/main" uniqueId="urn:microsoft.com/office/officeart/2005/8/layout/vList5">
  <dgm:title val=""/>
  <dgm:desc val=""/>
  <dgm:catLst>
    <dgm:cat type="list" pri="15000"/>
    <dgm:cat type="convert" pri="2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>
          <dgm:param type="linDir" val="fromT"/>
          <dgm:param type="nodeHorzAlign" val="l"/>
        </dgm:alg>
      </dgm:if>
      <dgm:else name="Name3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linNode" refType="h"/>
      <dgm:constr type="w" for="ch" forName="linNode" refType="w"/>
      <dgm:constr type="h" for="ch" forName="sp" refType="h" fact="0.05"/>
      <dgm:constr type="primFontSz" for="des" forName="parentText" op="equ" val="65"/>
      <dgm:constr type="secFontSz" for="des" forName="descendantText" op="equ"/>
    </dgm:constrLst>
    <dgm:ruleLst/>
    <dgm:forEach name="Name4" axis="ch" ptType="node">
      <dgm:layoutNode name="linNode">
        <dgm:choose name="Name5">
          <dgm:if name="Name6" func="var" arg="dir" op="equ" val="norm">
            <dgm:alg type="lin">
              <dgm:param type="linDir" val="fromL"/>
            </dgm:alg>
          </dgm:if>
          <dgm:else name="Name7">
            <dgm:alg type="lin">
              <dgm:param type="linDir" val="fromR"/>
            </dgm:alg>
          </dgm:else>
        </dgm:choose>
        <dgm:shape xmlns:r="http://schemas.openxmlformats.org/officeDocument/2006/relationships" r:blip="">
          <dgm:adjLst/>
        </dgm:shape>
        <dgm:presOf/>
        <dgm:constrLst>
          <dgm:constr type="w" for="ch" forName="parentText" refType="w" fact="0.36"/>
          <dgm:constr type="w" for="ch" forName="descendantText" refType="w" fact="0.64"/>
          <dgm:constr type="h" for="ch" forName="parentText" refType="h"/>
          <dgm:constr type="h" for="ch" forName="descendantText" refType="h" refFor="ch" refForName="parentText" fact="0.8"/>
        </dgm:constrLst>
        <dgm:ruleLst/>
        <dgm:layoutNode name="parentText">
          <dgm:varLst>
            <dgm:chMax val="1"/>
            <dgm:bulletEnabled val="1"/>
          </dgm:varLst>
          <dgm:alg type="tx"/>
          <dgm:shape xmlns:r="http://schemas.openxmlformats.org/officeDocument/2006/relationships" type="roundRect" r:blip="" zOrderOff="3">
            <dgm:adjLst/>
          </dgm:shape>
          <dgm:presOf axis="self" ptType="node"/>
          <dgm:constrLst>
            <dgm:constr type="tMarg" refType="primFontSz" fact="0.15"/>
            <dgm:constr type="bMarg" refType="primFontSz" fact="0.15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choose name="Name8">
          <dgm:if name="Name9" axis="ch" ptType="node" func="cnt" op="gte" val="1">
            <dgm:layoutNode name="descendantText" styleLbl="alignAccFollowNode1">
              <dgm:varLst>
                <dgm:bulletEnabled val="1"/>
              </dgm:varLst>
              <dgm:alg type="tx">
                <dgm:param type="stBulletLvl" val="1"/>
                <dgm:param type="txAnchorVertCh" val="mid"/>
              </dgm:alg>
              <dgm:choose name="Name10">
                <dgm:if name="Name11" func="var" arg="dir" op="equ" val="norm">
                  <dgm:shape xmlns:r="http://schemas.openxmlformats.org/officeDocument/2006/relationships" rot="90" type="round2SameRect" r:blip="">
                    <dgm:adjLst/>
                  </dgm:shape>
                </dgm:if>
                <dgm:else name="Name12">
                  <dgm:shape xmlns:r="http://schemas.openxmlformats.org/officeDocument/2006/relationships" rot="-90" type="round2SameRect" r:blip="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lMarg" refType="secFontSz" fact="0.3"/>
                <dgm:constr type="rMarg" refType="secFontSz" fact="0.3"/>
                <dgm:constr type="tMarg" refType="secFontSz" fact="0.15"/>
                <dgm:constr type="bMarg" refType="secFontSz" fact="0.15"/>
              </dgm:constrLst>
              <dgm:ruleLst>
                <dgm:rule type="secFontSz" val="5" fact="NaN" max="NaN"/>
              </dgm:ruleLst>
            </dgm:layoutNode>
          </dgm:if>
          <dgm:else name="Name13"/>
        </dgm:choose>
      </dgm:layoutNode>
      <dgm:forEach name="Name14" axis="followSib" ptType="sibTrans" cnt="1">
        <dgm:layoutNode name="sp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7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11/5/2025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807558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11/5/2025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431425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11/5/2025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11/5/2025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224494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11/5/2025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015873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11/5/2025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11/5/2025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299981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11/5/2025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072656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11/5/2025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923693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11/5/2025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092796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11/5/2025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222379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CAD085-E8A6-8845-BD4E-CB4CCA059FC4}" type="datetimeFigureOut">
              <a:rPr lang="en-US" smtClean="0"/>
              <a:t>11/5/2025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99775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.xml"/><Relationship Id="rId2" Type="http://schemas.openxmlformats.org/officeDocument/2006/relationships/diagramData" Target="../diagrams/data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.xml"/><Relationship Id="rId5" Type="http://schemas.openxmlformats.org/officeDocument/2006/relationships/diagramColors" Target="../diagrams/colors2.xml"/><Relationship Id="rId4" Type="http://schemas.openxmlformats.org/officeDocument/2006/relationships/diagramQuickStyle" Target="../diagrams/quickStyle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.xml"/><Relationship Id="rId2" Type="http://schemas.openxmlformats.org/officeDocument/2006/relationships/diagramData" Target="../diagrams/data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.xml"/><Relationship Id="rId5" Type="http://schemas.openxmlformats.org/officeDocument/2006/relationships/diagramColors" Target="../diagrams/colors3.xml"/><Relationship Id="rId4" Type="http://schemas.openxmlformats.org/officeDocument/2006/relationships/diagramQuickStyle" Target="../diagrams/quickStyle3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.xml"/><Relationship Id="rId2" Type="http://schemas.openxmlformats.org/officeDocument/2006/relationships/diagramData" Target="../diagrams/data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.xml"/><Relationship Id="rId5" Type="http://schemas.openxmlformats.org/officeDocument/2006/relationships/diagramColors" Target="../diagrams/colors4.xml"/><Relationship Id="rId4" Type="http://schemas.openxmlformats.org/officeDocument/2006/relationships/diagramQuickStyle" Target="../diagrams/quickStyle4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.xml"/><Relationship Id="rId2" Type="http://schemas.openxmlformats.org/officeDocument/2006/relationships/diagramData" Target="../diagrams/data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.xml"/><Relationship Id="rId5" Type="http://schemas.openxmlformats.org/officeDocument/2006/relationships/diagramColors" Target="../diagrams/colors5.xml"/><Relationship Id="rId4" Type="http://schemas.openxmlformats.org/officeDocument/2006/relationships/diagramQuickStyle" Target="../diagrams/quickStyle5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.xml"/><Relationship Id="rId2" Type="http://schemas.openxmlformats.org/officeDocument/2006/relationships/diagramData" Target="../diagrams/data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.xml"/><Relationship Id="rId5" Type="http://schemas.openxmlformats.org/officeDocument/2006/relationships/diagramColors" Target="../diagrams/colors6.xml"/><Relationship Id="rId4" Type="http://schemas.openxmlformats.org/officeDocument/2006/relationships/diagramQuickStyle" Target="../diagrams/quickStyle6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.xml"/><Relationship Id="rId2" Type="http://schemas.openxmlformats.org/officeDocument/2006/relationships/diagramData" Target="../diagrams/data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.xml"/><Relationship Id="rId5" Type="http://schemas.openxmlformats.org/officeDocument/2006/relationships/diagramColors" Target="../diagrams/colors7.xml"/><Relationship Id="rId4" Type="http://schemas.openxmlformats.org/officeDocument/2006/relationships/diagramQuickStyle" Target="../diagrams/quickStyle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58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8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0" name="Color Cover">
            <a:extLst>
              <a:ext uri="{FF2B5EF4-FFF2-40B4-BE49-F238E27FC236}">
                <a16:creationId xmlns:a16="http://schemas.microsoft.com/office/drawing/2014/main" id="{6BE11944-ED05-4FE9-9927-06C110BB3A3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8" y="0"/>
            <a:ext cx="9141712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77" name="Group 61">
            <a:extLst>
              <a:ext uri="{FF2B5EF4-FFF2-40B4-BE49-F238E27FC236}">
                <a16:creationId xmlns:a16="http://schemas.microsoft.com/office/drawing/2014/main" id="{A2812508-238C-4BCD-BDD3-25C99C5CA23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-7167"/>
            <a:ext cx="9141714" cy="3490956"/>
            <a:chOff x="651279" y="598259"/>
            <a:chExt cx="10889442" cy="5680742"/>
          </a:xfrm>
        </p:grpSpPr>
        <p:sp>
          <p:nvSpPr>
            <p:cNvPr id="78" name="Color">
              <a:extLst>
                <a:ext uri="{FF2B5EF4-FFF2-40B4-BE49-F238E27FC236}">
                  <a16:creationId xmlns:a16="http://schemas.microsoft.com/office/drawing/2014/main" id="{EA98B5EE-6906-45B1-8691-D06F06B6C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9" name="Color">
              <a:extLst>
                <a:ext uri="{FF2B5EF4-FFF2-40B4-BE49-F238E27FC236}">
                  <a16:creationId xmlns:a16="http://schemas.microsoft.com/office/drawing/2014/main" id="{3CB4D77E-DA74-4797-88E4-C7D817D3151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80" name="Group 6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81" name="Freeform: Shape 6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82" name="Freeform: Shape 6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83" name="Freeform: Shape 6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84" name="Freeform: Shape 6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85" name="Freeform: Shape 7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86" name="Freeform: Shape 7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87" name="Freeform: Shape 7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92281" y="1014574"/>
            <a:ext cx="7843796" cy="2226769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algn="l" defTabSz="914400"/>
            <a:r>
              <a:rPr lang="en-US" sz="4200" kern="1200">
                <a:solidFill>
                  <a:schemeClr val="bg1"/>
                </a:solidFill>
                <a:latin typeface="+mj-lt"/>
                <a:ea typeface="+mj-ea"/>
                <a:cs typeface="+mj-cs"/>
              </a:rPr>
              <a:t>BÀI TẬP LỚN</a:t>
            </a:r>
          </a:p>
          <a:p>
            <a:pPr algn="l" defTabSz="914400"/>
            <a:r>
              <a:rPr lang="en-US" sz="4200" kern="1200">
                <a:solidFill>
                  <a:schemeClr val="bg1"/>
                </a:solidFill>
                <a:latin typeface="+mj-lt"/>
                <a:ea typeface="+mj-ea"/>
                <a:cs typeface="+mj-cs"/>
              </a:rPr>
              <a:t>ỨNG DỤNG THEO DÕI THÓI QUEN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92281" y="3640633"/>
            <a:ext cx="7619002" cy="2487212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indent="-228600" algn="l" defTabSz="914400">
              <a:buFont typeface="Arial" panose="020B0604020202020204" pitchFamily="34" charset="0"/>
              <a:buChar char="•"/>
            </a:pPr>
            <a:r>
              <a:rPr lang="en-US" dirty="0">
                <a:solidFill>
                  <a:schemeClr val="tx2"/>
                </a:solidFill>
              </a:rPr>
              <a:t>Học </a:t>
            </a:r>
            <a:r>
              <a:rPr lang="en-US" dirty="0" err="1">
                <a:solidFill>
                  <a:schemeClr val="tx2"/>
                </a:solidFill>
              </a:rPr>
              <a:t>phần</a:t>
            </a:r>
            <a:r>
              <a:rPr lang="en-US" dirty="0">
                <a:solidFill>
                  <a:schemeClr val="tx2"/>
                </a:solidFill>
              </a:rPr>
              <a:t>: </a:t>
            </a:r>
            <a:r>
              <a:rPr lang="en-US" dirty="0" err="1">
                <a:solidFill>
                  <a:schemeClr val="tx2"/>
                </a:solidFill>
              </a:rPr>
              <a:t>Lập</a:t>
            </a:r>
            <a:r>
              <a:rPr lang="en-US" dirty="0">
                <a:solidFill>
                  <a:schemeClr val="tx2"/>
                </a:solidFill>
              </a:rPr>
              <a:t> </a:t>
            </a:r>
            <a:r>
              <a:rPr lang="en-US" dirty="0" err="1">
                <a:solidFill>
                  <a:schemeClr val="tx2"/>
                </a:solidFill>
              </a:rPr>
              <a:t>trình</a:t>
            </a:r>
            <a:r>
              <a:rPr lang="en-US" dirty="0">
                <a:solidFill>
                  <a:schemeClr val="tx2"/>
                </a:solidFill>
              </a:rPr>
              <a:t> </a:t>
            </a:r>
            <a:r>
              <a:rPr lang="en-US" dirty="0" err="1">
                <a:solidFill>
                  <a:schemeClr val="tx2"/>
                </a:solidFill>
              </a:rPr>
              <a:t>cho</a:t>
            </a:r>
            <a:r>
              <a:rPr lang="en-US" dirty="0">
                <a:solidFill>
                  <a:schemeClr val="tx2"/>
                </a:solidFill>
              </a:rPr>
              <a:t> </a:t>
            </a:r>
            <a:r>
              <a:rPr lang="en-US" dirty="0" err="1">
                <a:solidFill>
                  <a:schemeClr val="tx2"/>
                </a:solidFill>
              </a:rPr>
              <a:t>Thiết</a:t>
            </a:r>
            <a:r>
              <a:rPr lang="en-US" dirty="0">
                <a:solidFill>
                  <a:schemeClr val="tx2"/>
                </a:solidFill>
              </a:rPr>
              <a:t> </a:t>
            </a:r>
            <a:r>
              <a:rPr lang="en-US" dirty="0" err="1">
                <a:solidFill>
                  <a:schemeClr val="tx2"/>
                </a:solidFill>
              </a:rPr>
              <a:t>bị</a:t>
            </a:r>
            <a:r>
              <a:rPr lang="en-US" dirty="0">
                <a:solidFill>
                  <a:schemeClr val="tx2"/>
                </a:solidFill>
              </a:rPr>
              <a:t> Di </a:t>
            </a:r>
            <a:r>
              <a:rPr lang="en-US" dirty="0" err="1">
                <a:solidFill>
                  <a:schemeClr val="tx2"/>
                </a:solidFill>
              </a:rPr>
              <a:t>động</a:t>
            </a:r>
            <a:endParaRPr lang="en-US" dirty="0">
              <a:solidFill>
                <a:schemeClr val="tx2"/>
              </a:solidFill>
            </a:endParaRPr>
          </a:p>
          <a:p>
            <a:pPr indent="-228600" algn="l" defTabSz="914400">
              <a:buFont typeface="Arial" panose="020B0604020202020204" pitchFamily="34" charset="0"/>
              <a:buChar char="•"/>
            </a:pPr>
            <a:r>
              <a:rPr lang="en-US" dirty="0" err="1">
                <a:solidFill>
                  <a:schemeClr val="tx2"/>
                </a:solidFill>
              </a:rPr>
              <a:t>Giảng</a:t>
            </a:r>
            <a:r>
              <a:rPr lang="en-US" dirty="0">
                <a:solidFill>
                  <a:schemeClr val="tx2"/>
                </a:solidFill>
              </a:rPr>
              <a:t> </a:t>
            </a:r>
            <a:r>
              <a:rPr lang="en-US" dirty="0" err="1">
                <a:solidFill>
                  <a:schemeClr val="tx2"/>
                </a:solidFill>
              </a:rPr>
              <a:t>viên</a:t>
            </a:r>
            <a:r>
              <a:rPr lang="en-US" dirty="0">
                <a:solidFill>
                  <a:schemeClr val="tx2"/>
                </a:solidFill>
              </a:rPr>
              <a:t> </a:t>
            </a:r>
            <a:r>
              <a:rPr lang="en-US" dirty="0" err="1">
                <a:solidFill>
                  <a:schemeClr val="tx2"/>
                </a:solidFill>
              </a:rPr>
              <a:t>hướng</a:t>
            </a:r>
            <a:r>
              <a:rPr lang="en-US" dirty="0">
                <a:solidFill>
                  <a:schemeClr val="tx2"/>
                </a:solidFill>
              </a:rPr>
              <a:t> </a:t>
            </a:r>
            <a:r>
              <a:rPr lang="en-US" dirty="0" err="1">
                <a:solidFill>
                  <a:schemeClr val="tx2"/>
                </a:solidFill>
              </a:rPr>
              <a:t>dẫn</a:t>
            </a:r>
            <a:r>
              <a:rPr lang="en-US" dirty="0">
                <a:solidFill>
                  <a:schemeClr val="tx2"/>
                </a:solidFill>
              </a:rPr>
              <a:t>: Nguyễn Xuân Quế</a:t>
            </a:r>
          </a:p>
          <a:p>
            <a:pPr indent="-228600" algn="l" defTabSz="914400">
              <a:buFont typeface="Arial" panose="020B0604020202020204" pitchFamily="34" charset="0"/>
              <a:buChar char="•"/>
            </a:pPr>
            <a:r>
              <a:rPr lang="en-US" dirty="0">
                <a:solidFill>
                  <a:schemeClr val="tx2"/>
                </a:solidFill>
              </a:rPr>
              <a:t>Sinh </a:t>
            </a:r>
            <a:r>
              <a:rPr lang="en-US" dirty="0" err="1">
                <a:solidFill>
                  <a:schemeClr val="tx2"/>
                </a:solidFill>
              </a:rPr>
              <a:t>viên</a:t>
            </a:r>
            <a:r>
              <a:rPr lang="en-US" dirty="0">
                <a:solidFill>
                  <a:schemeClr val="tx2"/>
                </a:solidFill>
              </a:rPr>
              <a:t> </a:t>
            </a:r>
            <a:r>
              <a:rPr lang="en-US" dirty="0" err="1">
                <a:solidFill>
                  <a:schemeClr val="tx2"/>
                </a:solidFill>
              </a:rPr>
              <a:t>thực</a:t>
            </a:r>
            <a:r>
              <a:rPr lang="en-US" dirty="0">
                <a:solidFill>
                  <a:schemeClr val="tx2"/>
                </a:solidFill>
              </a:rPr>
              <a:t> </a:t>
            </a:r>
            <a:r>
              <a:rPr lang="en-US" dirty="0" err="1">
                <a:solidFill>
                  <a:schemeClr val="tx2"/>
                </a:solidFill>
              </a:rPr>
              <a:t>hiện</a:t>
            </a:r>
            <a:r>
              <a:rPr lang="en-US" dirty="0">
                <a:solidFill>
                  <a:schemeClr val="tx2"/>
                </a:solidFill>
              </a:rPr>
              <a:t>: Nguyễn Văn Trường - 23010371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60" name="Slide background fill">
            <a:extLst>
              <a:ext uri="{FF2B5EF4-FFF2-40B4-BE49-F238E27FC236}">
                <a16:creationId xmlns:a16="http://schemas.microsoft.com/office/drawing/2014/main" id="{1D63C574-BFD2-41A1-A567-B0C3CC7FDD4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2" name="Color 2">
            <a:extLst>
              <a:ext uri="{FF2B5EF4-FFF2-40B4-BE49-F238E27FC236}">
                <a16:creationId xmlns:a16="http://schemas.microsoft.com/office/drawing/2014/main" id="{E2A46BAB-8C31-42B2-90E8-B26DD3E81D3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B3F7A3C7-0737-4E57-B30E-8EEFE638B40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3530289" cy="6858000"/>
            <a:chOff x="651279" y="598259"/>
            <a:chExt cx="10889442" cy="5680742"/>
          </a:xfrm>
        </p:grpSpPr>
        <p:sp>
          <p:nvSpPr>
            <p:cNvPr id="65" name="Color">
              <a:extLst>
                <a:ext uri="{FF2B5EF4-FFF2-40B4-BE49-F238E27FC236}">
                  <a16:creationId xmlns:a16="http://schemas.microsoft.com/office/drawing/2014/main" id="{3BE6D516-DFC6-4698-B3F1-5F591C1130C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6" name="Color">
              <a:extLst>
                <a:ext uri="{FF2B5EF4-FFF2-40B4-BE49-F238E27FC236}">
                  <a16:creationId xmlns:a16="http://schemas.microsoft.com/office/drawing/2014/main" id="{C2580FB0-D146-458C-AF1B-8E8BBF6BBA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68" name="Group 67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89788" y="841248"/>
            <a:ext cx="2636433" cy="5340097"/>
          </a:xfrm>
        </p:spPr>
        <p:txBody>
          <a:bodyPr anchor="ctr">
            <a:normAutofit/>
          </a:bodyPr>
          <a:lstStyle/>
          <a:p>
            <a:pPr algn="l"/>
            <a:r>
              <a:rPr lang="en-US" sz="4200">
                <a:solidFill>
                  <a:schemeClr val="bg1"/>
                </a:solidFill>
              </a:rPr>
              <a:t>Đặt Vấn Đề &amp; Giải Pháp</a:t>
            </a:r>
          </a:p>
        </p:txBody>
      </p:sp>
      <p:graphicFrame>
        <p:nvGraphicFramePr>
          <p:cNvPr id="25" name="Content Placeholder 2">
            <a:extLst>
              <a:ext uri="{FF2B5EF4-FFF2-40B4-BE49-F238E27FC236}">
                <a16:creationId xmlns:a16="http://schemas.microsoft.com/office/drawing/2014/main" id="{CA974715-CEA8-1F55-1C30-42E1093701E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333416907"/>
              </p:ext>
            </p:extLst>
          </p:nvPr>
        </p:nvGraphicFramePr>
        <p:xfrm>
          <a:off x="3739414" y="231006"/>
          <a:ext cx="4775935" cy="6405613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52" name="Slide background fill">
            <a:extLst>
              <a:ext uri="{FF2B5EF4-FFF2-40B4-BE49-F238E27FC236}">
                <a16:creationId xmlns:a16="http://schemas.microsoft.com/office/drawing/2014/main" id="{1D63C574-BFD2-41A1-A567-B0C3CC7FDD4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4" name="Color 2">
            <a:extLst>
              <a:ext uri="{FF2B5EF4-FFF2-40B4-BE49-F238E27FC236}">
                <a16:creationId xmlns:a16="http://schemas.microsoft.com/office/drawing/2014/main" id="{E2A46BAB-8C31-42B2-90E8-B26DD3E81D3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56" name="Group 55">
            <a:extLst>
              <a:ext uri="{FF2B5EF4-FFF2-40B4-BE49-F238E27FC236}">
                <a16:creationId xmlns:a16="http://schemas.microsoft.com/office/drawing/2014/main" id="{B3F7A3C7-0737-4E57-B30E-8EEFE638B40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3530289" cy="6858000"/>
            <a:chOff x="651279" y="598259"/>
            <a:chExt cx="10889442" cy="5680742"/>
          </a:xfrm>
        </p:grpSpPr>
        <p:sp>
          <p:nvSpPr>
            <p:cNvPr id="57" name="Color">
              <a:extLst>
                <a:ext uri="{FF2B5EF4-FFF2-40B4-BE49-F238E27FC236}">
                  <a16:creationId xmlns:a16="http://schemas.microsoft.com/office/drawing/2014/main" id="{3BE6D516-DFC6-4698-B3F1-5F591C1130C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8" name="Color">
              <a:extLst>
                <a:ext uri="{FF2B5EF4-FFF2-40B4-BE49-F238E27FC236}">
                  <a16:creationId xmlns:a16="http://schemas.microsoft.com/office/drawing/2014/main" id="{C2580FB0-D146-458C-AF1B-8E8BBF6BBA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89788" y="841248"/>
            <a:ext cx="2636433" cy="5340097"/>
          </a:xfrm>
        </p:spPr>
        <p:txBody>
          <a:bodyPr anchor="ctr">
            <a:normAutofit/>
          </a:bodyPr>
          <a:lstStyle/>
          <a:p>
            <a:pPr algn="l"/>
            <a:r>
              <a:rPr lang="en-US" sz="4200">
                <a:solidFill>
                  <a:schemeClr val="bg1"/>
                </a:solidFill>
              </a:rPr>
              <a:t>Mục Tiêu &amp; Phạm Vi Đề Tài</a:t>
            </a: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A8976013-A6AC-584B-2ECD-009316ACB02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25005830"/>
              </p:ext>
            </p:extLst>
          </p:nvPr>
        </p:nvGraphicFramePr>
        <p:xfrm>
          <a:off x="3739414" y="231006"/>
          <a:ext cx="4775935" cy="6405613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44" name="Slide background fill">
            <a:extLst>
              <a:ext uri="{FF2B5EF4-FFF2-40B4-BE49-F238E27FC236}">
                <a16:creationId xmlns:a16="http://schemas.microsoft.com/office/drawing/2014/main" id="{1D63C574-BFD2-41A1-A567-B0C3CC7FDD4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6" name="Color 2">
            <a:extLst>
              <a:ext uri="{FF2B5EF4-FFF2-40B4-BE49-F238E27FC236}">
                <a16:creationId xmlns:a16="http://schemas.microsoft.com/office/drawing/2014/main" id="{E2A46BAB-8C31-42B2-90E8-B26DD3E81D3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B3F7A3C7-0737-4E57-B30E-8EEFE638B40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3530289" cy="6858000"/>
            <a:chOff x="651279" y="598259"/>
            <a:chExt cx="10889442" cy="5680742"/>
          </a:xfrm>
        </p:grpSpPr>
        <p:sp>
          <p:nvSpPr>
            <p:cNvPr id="49" name="Color">
              <a:extLst>
                <a:ext uri="{FF2B5EF4-FFF2-40B4-BE49-F238E27FC236}">
                  <a16:creationId xmlns:a16="http://schemas.microsoft.com/office/drawing/2014/main" id="{3BE6D516-DFC6-4698-B3F1-5F591C1130C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0" name="Color">
              <a:extLst>
                <a:ext uri="{FF2B5EF4-FFF2-40B4-BE49-F238E27FC236}">
                  <a16:creationId xmlns:a16="http://schemas.microsoft.com/office/drawing/2014/main" id="{C2580FB0-D146-458C-AF1B-8E8BBF6BBA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89788" y="841248"/>
            <a:ext cx="2636433" cy="5340097"/>
          </a:xfrm>
        </p:spPr>
        <p:txBody>
          <a:bodyPr anchor="ctr">
            <a:normAutofit/>
          </a:bodyPr>
          <a:lstStyle/>
          <a:p>
            <a:pPr algn="l"/>
            <a:r>
              <a:rPr lang="en-US" sz="4200">
                <a:solidFill>
                  <a:schemeClr val="bg1"/>
                </a:solidFill>
              </a:rPr>
              <a:t>Kiến Trúc &amp; Công Nghệ Sử Dụng</a:t>
            </a: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7CC5DB0B-CD77-1E3B-51FE-0ED81845584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947742936"/>
              </p:ext>
            </p:extLst>
          </p:nvPr>
        </p:nvGraphicFramePr>
        <p:xfrm>
          <a:off x="3739414" y="231006"/>
          <a:ext cx="4775935" cy="6405613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75" name="Slide background fill">
            <a:extLst>
              <a:ext uri="{FF2B5EF4-FFF2-40B4-BE49-F238E27FC236}">
                <a16:creationId xmlns:a16="http://schemas.microsoft.com/office/drawing/2014/main" id="{1D63C574-BFD2-41A1-A567-B0C3CC7FDD4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6" name="Color 2">
            <a:extLst>
              <a:ext uri="{FF2B5EF4-FFF2-40B4-BE49-F238E27FC236}">
                <a16:creationId xmlns:a16="http://schemas.microsoft.com/office/drawing/2014/main" id="{E2A46BAB-8C31-42B2-90E8-B26DD3E81D3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77" name="Group 161">
            <a:extLst>
              <a:ext uri="{FF2B5EF4-FFF2-40B4-BE49-F238E27FC236}">
                <a16:creationId xmlns:a16="http://schemas.microsoft.com/office/drawing/2014/main" id="{B3F7A3C7-0737-4E57-B30E-8EEFE638B40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3530289" cy="6858000"/>
            <a:chOff x="651279" y="598259"/>
            <a:chExt cx="10889442" cy="5680742"/>
          </a:xfrm>
        </p:grpSpPr>
        <p:sp>
          <p:nvSpPr>
            <p:cNvPr id="178" name="Color">
              <a:extLst>
                <a:ext uri="{FF2B5EF4-FFF2-40B4-BE49-F238E27FC236}">
                  <a16:creationId xmlns:a16="http://schemas.microsoft.com/office/drawing/2014/main" id="{3BE6D516-DFC6-4698-B3F1-5F591C1130C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9" name="Color">
              <a:extLst>
                <a:ext uri="{FF2B5EF4-FFF2-40B4-BE49-F238E27FC236}">
                  <a16:creationId xmlns:a16="http://schemas.microsoft.com/office/drawing/2014/main" id="{C2580FB0-D146-458C-AF1B-8E8BBF6BBA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80" name="Group 16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81" name="Freeform: Shape 16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2" name="Freeform: Shape 16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3" name="Freeform: Shape 16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4" name="Freeform: Shape 16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5" name="Freeform: Shape 17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6" name="Freeform: Shape 17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7" name="Freeform: Shape 17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89788" y="841248"/>
            <a:ext cx="2636433" cy="5340097"/>
          </a:xfrm>
        </p:spPr>
        <p:txBody>
          <a:bodyPr anchor="ctr">
            <a:normAutofit/>
          </a:bodyPr>
          <a:lstStyle/>
          <a:p>
            <a:pPr algn="l"/>
            <a:r>
              <a:rPr lang="en-US" sz="4200">
                <a:solidFill>
                  <a:schemeClr val="bg1"/>
                </a:solidFill>
              </a:rPr>
              <a:t>Mô Hình Dữ Liệu &amp; Logic Cốt Lõi (Phần 1)</a:t>
            </a: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AB3AA806-07C7-D26D-6433-4D909876321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784689688"/>
              </p:ext>
            </p:extLst>
          </p:nvPr>
        </p:nvGraphicFramePr>
        <p:xfrm>
          <a:off x="3739414" y="231006"/>
          <a:ext cx="4775935" cy="6405613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44" name="Slide background fill">
            <a:extLst>
              <a:ext uri="{FF2B5EF4-FFF2-40B4-BE49-F238E27FC236}">
                <a16:creationId xmlns:a16="http://schemas.microsoft.com/office/drawing/2014/main" id="{1D63C574-BFD2-41A1-A567-B0C3CC7FDD4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6" name="Color 2">
            <a:extLst>
              <a:ext uri="{FF2B5EF4-FFF2-40B4-BE49-F238E27FC236}">
                <a16:creationId xmlns:a16="http://schemas.microsoft.com/office/drawing/2014/main" id="{E2A46BAB-8C31-42B2-90E8-B26DD3E81D3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B3F7A3C7-0737-4E57-B30E-8EEFE638B40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3530289" cy="6858000"/>
            <a:chOff x="651279" y="598259"/>
            <a:chExt cx="10889442" cy="5680742"/>
          </a:xfrm>
        </p:grpSpPr>
        <p:sp>
          <p:nvSpPr>
            <p:cNvPr id="49" name="Color">
              <a:extLst>
                <a:ext uri="{FF2B5EF4-FFF2-40B4-BE49-F238E27FC236}">
                  <a16:creationId xmlns:a16="http://schemas.microsoft.com/office/drawing/2014/main" id="{3BE6D516-DFC6-4698-B3F1-5F591C1130C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0" name="Color">
              <a:extLst>
                <a:ext uri="{FF2B5EF4-FFF2-40B4-BE49-F238E27FC236}">
                  <a16:creationId xmlns:a16="http://schemas.microsoft.com/office/drawing/2014/main" id="{C2580FB0-D146-458C-AF1B-8E8BBF6BBA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89788" y="841248"/>
            <a:ext cx="2636433" cy="5340097"/>
          </a:xfrm>
        </p:spPr>
        <p:txBody>
          <a:bodyPr anchor="ctr">
            <a:normAutofit/>
          </a:bodyPr>
          <a:lstStyle/>
          <a:p>
            <a:pPr algn="l"/>
            <a:r>
              <a:rPr lang="en-US" sz="4200">
                <a:solidFill>
                  <a:schemeClr val="bg1"/>
                </a:solidFill>
              </a:rPr>
              <a:t>Mô Hình Dữ Liệu &amp; Logic Cốt Lõi (Phần 2)</a:t>
            </a: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434A9EEA-8728-89B0-6BB1-3ADA786DDC3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918786832"/>
              </p:ext>
            </p:extLst>
          </p:nvPr>
        </p:nvGraphicFramePr>
        <p:xfrm>
          <a:off x="3739414" y="231006"/>
          <a:ext cx="4775935" cy="6405613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7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9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4548176" cy="6858000"/>
            <a:chOff x="651279" y="598259"/>
            <a:chExt cx="10889442" cy="5680742"/>
          </a:xfrm>
        </p:grpSpPr>
        <p:sp>
          <p:nvSpPr>
            <p:cNvPr id="22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89788" y="841248"/>
            <a:ext cx="3847200" cy="5340097"/>
          </a:xfrm>
        </p:spPr>
        <p:txBody>
          <a:bodyPr anchor="ctr">
            <a:normAutofit/>
          </a:bodyPr>
          <a:lstStyle/>
          <a:p>
            <a:pPr algn="l"/>
            <a:r>
              <a:rPr lang="vi-VN" sz="4200" dirty="0">
                <a:solidFill>
                  <a:schemeClr val="bg1"/>
                </a:solidFill>
              </a:rPr>
              <a:t>Màn hình khởi đầu</a:t>
            </a:r>
            <a:endParaRPr lang="en-US" sz="4200" dirty="0">
              <a:solidFill>
                <a:schemeClr val="bg1"/>
              </a:solidFill>
            </a:endParaRPr>
          </a:p>
        </p:txBody>
      </p:sp>
      <p:pic>
        <p:nvPicPr>
          <p:cNvPr id="5" name="Chỗ dành sẵn cho Nội dung 4">
            <a:extLst>
              <a:ext uri="{FF2B5EF4-FFF2-40B4-BE49-F238E27FC236}">
                <a16:creationId xmlns:a16="http://schemas.microsoft.com/office/drawing/2014/main" id="{8C4AE770-6665-73A8-4E96-FE6946749809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5330407" y="841375"/>
            <a:ext cx="2399549" cy="5340350"/>
          </a:xfrm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7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9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4548176" cy="6858000"/>
            <a:chOff x="651279" y="598259"/>
            <a:chExt cx="10889442" cy="5680742"/>
          </a:xfrm>
        </p:grpSpPr>
        <p:sp>
          <p:nvSpPr>
            <p:cNvPr id="22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89788" y="841248"/>
            <a:ext cx="3847200" cy="5340097"/>
          </a:xfrm>
        </p:spPr>
        <p:txBody>
          <a:bodyPr anchor="ctr">
            <a:normAutofit/>
          </a:bodyPr>
          <a:lstStyle/>
          <a:p>
            <a:pPr algn="l"/>
            <a:r>
              <a:rPr lang="vi-VN" sz="4200" dirty="0">
                <a:solidFill>
                  <a:schemeClr val="bg1"/>
                </a:solidFill>
              </a:rPr>
              <a:t>Màn hình thử thách</a:t>
            </a:r>
            <a:endParaRPr lang="en-US" sz="4200" dirty="0">
              <a:solidFill>
                <a:schemeClr val="bg1"/>
              </a:solidFill>
            </a:endParaRPr>
          </a:p>
        </p:txBody>
      </p:sp>
      <p:pic>
        <p:nvPicPr>
          <p:cNvPr id="5" name="Chỗ dành sẵn cho Nội dung 4">
            <a:extLst>
              <a:ext uri="{FF2B5EF4-FFF2-40B4-BE49-F238E27FC236}">
                <a16:creationId xmlns:a16="http://schemas.microsoft.com/office/drawing/2014/main" id="{83167079-2700-83EF-0AE6-1EF88222B4EB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5306541" y="841375"/>
            <a:ext cx="2447281" cy="5340350"/>
          </a:xfrm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7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9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4548176" cy="6858000"/>
            <a:chOff x="651279" y="598259"/>
            <a:chExt cx="10889442" cy="5680742"/>
          </a:xfrm>
        </p:grpSpPr>
        <p:sp>
          <p:nvSpPr>
            <p:cNvPr id="22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89788" y="841248"/>
            <a:ext cx="3847200" cy="5340097"/>
          </a:xfrm>
        </p:spPr>
        <p:txBody>
          <a:bodyPr anchor="ctr">
            <a:normAutofit/>
          </a:bodyPr>
          <a:lstStyle/>
          <a:p>
            <a:pPr algn="l"/>
            <a:r>
              <a:rPr lang="vi-VN" sz="4200" dirty="0">
                <a:solidFill>
                  <a:schemeClr val="bg1"/>
                </a:solidFill>
              </a:rPr>
              <a:t>Màn hình thống kê</a:t>
            </a:r>
            <a:endParaRPr lang="en-US" sz="4200" dirty="0">
              <a:solidFill>
                <a:schemeClr val="bg1"/>
              </a:solidFill>
            </a:endParaRPr>
          </a:p>
        </p:txBody>
      </p:sp>
      <p:pic>
        <p:nvPicPr>
          <p:cNvPr id="5" name="Chỗ dành sẵn cho Nội dung 4">
            <a:extLst>
              <a:ext uri="{FF2B5EF4-FFF2-40B4-BE49-F238E27FC236}">
                <a16:creationId xmlns:a16="http://schemas.microsoft.com/office/drawing/2014/main" id="{22426E46-7B45-56BC-453D-2F5E561ECADD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5300201" y="841375"/>
            <a:ext cx="2459960" cy="5340350"/>
          </a:xfrm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7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9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4548176" cy="6858000"/>
            <a:chOff x="651279" y="598259"/>
            <a:chExt cx="10889442" cy="5680742"/>
          </a:xfrm>
        </p:grpSpPr>
        <p:sp>
          <p:nvSpPr>
            <p:cNvPr id="22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89788" y="841248"/>
            <a:ext cx="3847200" cy="5340097"/>
          </a:xfrm>
        </p:spPr>
        <p:txBody>
          <a:bodyPr anchor="ctr">
            <a:normAutofit/>
          </a:bodyPr>
          <a:lstStyle/>
          <a:p>
            <a:pPr algn="l"/>
            <a:r>
              <a:rPr lang="vi-VN" sz="4200" dirty="0">
                <a:solidFill>
                  <a:schemeClr val="bg1"/>
                </a:solidFill>
              </a:rPr>
              <a:t>Màn hình hồ sơ</a:t>
            </a:r>
            <a:endParaRPr lang="en-US" sz="4200" dirty="0">
              <a:solidFill>
                <a:schemeClr val="bg1"/>
              </a:solidFill>
            </a:endParaRPr>
          </a:p>
        </p:txBody>
      </p:sp>
      <p:pic>
        <p:nvPicPr>
          <p:cNvPr id="5" name="Chỗ dành sẵn cho Nội dung 4">
            <a:extLst>
              <a:ext uri="{FF2B5EF4-FFF2-40B4-BE49-F238E27FC236}">
                <a16:creationId xmlns:a16="http://schemas.microsoft.com/office/drawing/2014/main" id="{C5B468B0-3082-9A15-0772-62116ED3D731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5348885" y="841375"/>
            <a:ext cx="2362592" cy="5340350"/>
          </a:xfrm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7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9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4548176" cy="6858000"/>
            <a:chOff x="651279" y="598259"/>
            <a:chExt cx="10889442" cy="5680742"/>
          </a:xfrm>
        </p:grpSpPr>
        <p:sp>
          <p:nvSpPr>
            <p:cNvPr id="22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89788" y="841248"/>
            <a:ext cx="3847200" cy="5340097"/>
          </a:xfrm>
        </p:spPr>
        <p:txBody>
          <a:bodyPr anchor="ctr">
            <a:normAutofit/>
          </a:bodyPr>
          <a:lstStyle/>
          <a:p>
            <a:pPr algn="l"/>
            <a:r>
              <a:rPr lang="vi-VN" sz="4200" dirty="0">
                <a:solidFill>
                  <a:schemeClr val="bg1"/>
                </a:solidFill>
              </a:rPr>
              <a:t>Màn hình cài đặt</a:t>
            </a:r>
            <a:endParaRPr lang="en-US" sz="4200" dirty="0">
              <a:solidFill>
                <a:schemeClr val="bg1"/>
              </a:solidFill>
            </a:endParaRPr>
          </a:p>
        </p:txBody>
      </p:sp>
      <p:pic>
        <p:nvPicPr>
          <p:cNvPr id="5" name="Chỗ dành sẵn cho Nội dung 4">
            <a:extLst>
              <a:ext uri="{FF2B5EF4-FFF2-40B4-BE49-F238E27FC236}">
                <a16:creationId xmlns:a16="http://schemas.microsoft.com/office/drawing/2014/main" id="{34EC049A-E2F3-F9A8-56F1-F04AE990335D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5319763" y="841375"/>
            <a:ext cx="2420837" cy="5340350"/>
          </a:xfrm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173704BA-9450-754D-83ED-80F7A2357D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7" name="Color Cover">
            <a:extLst>
              <a:ext uri="{FF2B5EF4-FFF2-40B4-BE49-F238E27FC236}">
                <a16:creationId xmlns:a16="http://schemas.microsoft.com/office/drawing/2014/main" id="{BE227B99-115D-C365-336E-63724595DBF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" name="Color Cover">
            <a:extLst>
              <a:ext uri="{FF2B5EF4-FFF2-40B4-BE49-F238E27FC236}">
                <a16:creationId xmlns:a16="http://schemas.microsoft.com/office/drawing/2014/main" id="{FB1AF4D3-CE07-CF5A-8401-F9BD7A9BDD2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837FDD79-74C3-0CDE-C9AA-83F74FDACBA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4548176" cy="6858000"/>
            <a:chOff x="651279" y="598259"/>
            <a:chExt cx="10889442" cy="5680742"/>
          </a:xfrm>
        </p:grpSpPr>
        <p:sp>
          <p:nvSpPr>
            <p:cNvPr id="22" name="Color">
              <a:extLst>
                <a:ext uri="{FF2B5EF4-FFF2-40B4-BE49-F238E27FC236}">
                  <a16:creationId xmlns:a16="http://schemas.microsoft.com/office/drawing/2014/main" id="{BAA4A401-E742-5AA7-5213-A31190D461F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3" name="Color">
              <a:extLst>
                <a:ext uri="{FF2B5EF4-FFF2-40B4-BE49-F238E27FC236}">
                  <a16:creationId xmlns:a16="http://schemas.microsoft.com/office/drawing/2014/main" id="{FE0D5359-D5F7-6735-8941-D5E7DC7FA74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C4A2EDE6-1D1A-69E5-012E-468B86D0408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CDA8937D-23F6-FCD8-B457-9746F0150F1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F8E9D9E3-B6D3-64B6-EE37-B585BC724DB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79A84F52-D1CF-6756-CD70-E2729E8F5C6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F55BAF12-91EB-59F6-322D-EE264143807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B3E2AD3D-96B6-414F-32C1-2DF6BCBEA40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14336480-5541-87BD-6A4A-B625D6F409D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636F26E1-13CF-8707-90FE-2BB82F9A934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9017F529-923F-EA7E-A1D7-5FB5F6A5FEF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89788" y="841248"/>
            <a:ext cx="3847200" cy="5340097"/>
          </a:xfrm>
        </p:spPr>
        <p:txBody>
          <a:bodyPr anchor="ctr">
            <a:normAutofit/>
          </a:bodyPr>
          <a:lstStyle/>
          <a:p>
            <a:pPr algn="l"/>
            <a:r>
              <a:rPr lang="vi-VN" sz="4200" dirty="0">
                <a:solidFill>
                  <a:schemeClr val="bg1"/>
                </a:solidFill>
              </a:rPr>
              <a:t>Màn hình chi tiết</a:t>
            </a:r>
            <a:endParaRPr lang="en-US" sz="4200" dirty="0">
              <a:solidFill>
                <a:schemeClr val="bg1"/>
              </a:solidFill>
            </a:endParaRPr>
          </a:p>
        </p:txBody>
      </p:sp>
      <p:pic>
        <p:nvPicPr>
          <p:cNvPr id="5" name="Chỗ dành sẵn cho Nội dung 4">
            <a:extLst>
              <a:ext uri="{FF2B5EF4-FFF2-40B4-BE49-F238E27FC236}">
                <a16:creationId xmlns:a16="http://schemas.microsoft.com/office/drawing/2014/main" id="{5E8BA170-7B43-FBFB-DE95-4E1F71668629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5303711" y="841375"/>
            <a:ext cx="2452940" cy="5340350"/>
          </a:xfrm>
        </p:spPr>
      </p:pic>
    </p:spTree>
    <p:extLst>
      <p:ext uri="{BB962C8B-B14F-4D97-AF65-F5344CB8AC3E}">
        <p14:creationId xmlns:p14="http://schemas.microsoft.com/office/powerpoint/2010/main" val="2015197983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9C87B853-6005-C77E-4308-743C1573BB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7" name="Color Cover">
            <a:extLst>
              <a:ext uri="{FF2B5EF4-FFF2-40B4-BE49-F238E27FC236}">
                <a16:creationId xmlns:a16="http://schemas.microsoft.com/office/drawing/2014/main" id="{55526803-8FC9-C38F-21BE-F0B080E1C57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" name="Color Cover">
            <a:extLst>
              <a:ext uri="{FF2B5EF4-FFF2-40B4-BE49-F238E27FC236}">
                <a16:creationId xmlns:a16="http://schemas.microsoft.com/office/drawing/2014/main" id="{2D6A4FA6-01C5-C296-45C7-BCE6807A3BC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8C748027-2112-9578-D62D-1830251AEC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4548176" cy="6858000"/>
            <a:chOff x="651279" y="598259"/>
            <a:chExt cx="10889442" cy="5680742"/>
          </a:xfrm>
        </p:grpSpPr>
        <p:sp>
          <p:nvSpPr>
            <p:cNvPr id="22" name="Color">
              <a:extLst>
                <a:ext uri="{FF2B5EF4-FFF2-40B4-BE49-F238E27FC236}">
                  <a16:creationId xmlns:a16="http://schemas.microsoft.com/office/drawing/2014/main" id="{555EE9BF-8FF0-FBAB-75C5-6BF76CAAEC6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3" name="Color">
              <a:extLst>
                <a:ext uri="{FF2B5EF4-FFF2-40B4-BE49-F238E27FC236}">
                  <a16:creationId xmlns:a16="http://schemas.microsoft.com/office/drawing/2014/main" id="{59D877FB-B889-0885-6202-5075D64F38E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4B7077A3-08E5-140F-CDCC-175C1BC6124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D5BB0237-129F-D700-27EF-F7C7B8CD88F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509E8AD0-ECBD-ED14-0EE1-8F7E5B8F7A0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BCBDD0CE-5A11-695B-DEDA-B1884665E5F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076159E5-9B9E-4A6B-DBDA-B86703251E8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600419EF-8D23-85B0-C4B6-EDD54F92B8D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E744EE68-10B4-F518-A9E3-EEFAFDA9095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0D156040-B6F6-C169-A3DB-0C05C965B1D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9CA4F6A4-7F96-6CC2-1151-FD726BF1142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89788" y="841248"/>
            <a:ext cx="3847200" cy="5340097"/>
          </a:xfrm>
        </p:spPr>
        <p:txBody>
          <a:bodyPr anchor="ctr">
            <a:normAutofit/>
          </a:bodyPr>
          <a:lstStyle/>
          <a:p>
            <a:pPr algn="l"/>
            <a:r>
              <a:rPr lang="vi-VN" sz="4200" dirty="0">
                <a:solidFill>
                  <a:schemeClr val="bg1"/>
                </a:solidFill>
              </a:rPr>
              <a:t>Màn hình thông tin</a:t>
            </a:r>
            <a:endParaRPr lang="en-US" sz="4200" dirty="0">
              <a:solidFill>
                <a:schemeClr val="bg1"/>
              </a:solidFill>
            </a:endParaRPr>
          </a:p>
        </p:txBody>
      </p:sp>
      <p:pic>
        <p:nvPicPr>
          <p:cNvPr id="5" name="Chỗ dành sẵn cho Nội dung 4">
            <a:extLst>
              <a:ext uri="{FF2B5EF4-FFF2-40B4-BE49-F238E27FC236}">
                <a16:creationId xmlns:a16="http://schemas.microsoft.com/office/drawing/2014/main" id="{6C3CB2E4-AC44-26D9-CB73-A530261D3BF1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5334917" y="841375"/>
            <a:ext cx="2390528" cy="5340350"/>
          </a:xfrm>
        </p:spPr>
      </p:pic>
    </p:spTree>
    <p:extLst>
      <p:ext uri="{BB962C8B-B14F-4D97-AF65-F5344CB8AC3E}">
        <p14:creationId xmlns:p14="http://schemas.microsoft.com/office/powerpoint/2010/main" val="1094362508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9B936AAC-D042-D00C-A249-0EA4925A77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7" name="Color Cover">
            <a:extLst>
              <a:ext uri="{FF2B5EF4-FFF2-40B4-BE49-F238E27FC236}">
                <a16:creationId xmlns:a16="http://schemas.microsoft.com/office/drawing/2014/main" id="{B987738D-8A46-94A1-BA75-306122459BC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" name="Color Cover">
            <a:extLst>
              <a:ext uri="{FF2B5EF4-FFF2-40B4-BE49-F238E27FC236}">
                <a16:creationId xmlns:a16="http://schemas.microsoft.com/office/drawing/2014/main" id="{ED071723-35BF-D901-E187-DB9040CB5FB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01C78A25-2512-D50F-4E6A-2837C10F843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4548176" cy="6858000"/>
            <a:chOff x="651279" y="598259"/>
            <a:chExt cx="10889442" cy="5680742"/>
          </a:xfrm>
        </p:grpSpPr>
        <p:sp>
          <p:nvSpPr>
            <p:cNvPr id="22" name="Color">
              <a:extLst>
                <a:ext uri="{FF2B5EF4-FFF2-40B4-BE49-F238E27FC236}">
                  <a16:creationId xmlns:a16="http://schemas.microsoft.com/office/drawing/2014/main" id="{AAFF8342-254D-7C1D-35A6-F3CB3D32DBD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3" name="Color">
              <a:extLst>
                <a:ext uri="{FF2B5EF4-FFF2-40B4-BE49-F238E27FC236}">
                  <a16:creationId xmlns:a16="http://schemas.microsoft.com/office/drawing/2014/main" id="{41ACD0D8-F899-DAAB-DA77-B674DE4DCCC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7A3B8FE5-4B4F-5BEE-D011-4BD6DB78B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9E58BBC8-E263-D3B8-A29D-B543C0D7881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93FC7C20-2DC9-B20D-B156-CD87FB34FB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D7BBEF77-2DDE-AA40-8518-4BB8DE9B9DC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5E8E0A4-B1F1-927E-B320-2C70700B9BA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EB691562-0886-D3E4-6DB5-7F5C2A0F79B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3378C78-83B6-BE14-9035-5FE9F63330C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D6B73C9F-C6CA-35C1-804E-4F123572F4A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BC00CDC0-1EBF-E525-10FD-82B45D81A0F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89788" y="841248"/>
            <a:ext cx="3847200" cy="5340097"/>
          </a:xfrm>
        </p:spPr>
        <p:txBody>
          <a:bodyPr anchor="ctr">
            <a:normAutofit/>
          </a:bodyPr>
          <a:lstStyle/>
          <a:p>
            <a:pPr algn="l"/>
            <a:r>
              <a:rPr lang="vi-VN" sz="4200" dirty="0">
                <a:solidFill>
                  <a:schemeClr val="bg1"/>
                </a:solidFill>
              </a:rPr>
              <a:t>Màn hình chúc mừng</a:t>
            </a:r>
            <a:endParaRPr lang="en-US" sz="4200" dirty="0">
              <a:solidFill>
                <a:schemeClr val="bg1"/>
              </a:solidFill>
            </a:endParaRPr>
          </a:p>
        </p:txBody>
      </p:sp>
      <p:pic>
        <p:nvPicPr>
          <p:cNvPr id="5" name="Chỗ dành sẵn cho Nội dung 4">
            <a:extLst>
              <a:ext uri="{FF2B5EF4-FFF2-40B4-BE49-F238E27FC236}">
                <a16:creationId xmlns:a16="http://schemas.microsoft.com/office/drawing/2014/main" id="{6F2255D8-A2F8-A316-F214-2D09E8FD3F94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5321386" y="841375"/>
            <a:ext cx="2417590" cy="5340350"/>
          </a:xfrm>
        </p:spPr>
      </p:pic>
    </p:spTree>
    <p:extLst>
      <p:ext uri="{BB962C8B-B14F-4D97-AF65-F5344CB8AC3E}">
        <p14:creationId xmlns:p14="http://schemas.microsoft.com/office/powerpoint/2010/main" val="1910528260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9F7DFAE9-D815-07E1-94A2-7421478F69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7" name="Color Cover">
            <a:extLst>
              <a:ext uri="{FF2B5EF4-FFF2-40B4-BE49-F238E27FC236}">
                <a16:creationId xmlns:a16="http://schemas.microsoft.com/office/drawing/2014/main" id="{12BA5911-9BFF-13A8-F2B9-9D69B8A71F0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" name="Color Cover">
            <a:extLst>
              <a:ext uri="{FF2B5EF4-FFF2-40B4-BE49-F238E27FC236}">
                <a16:creationId xmlns:a16="http://schemas.microsoft.com/office/drawing/2014/main" id="{F0A0E1E6-7B04-2A46-27BB-46E124AA499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8DA2C9A5-DAD2-522F-00ED-724F46A394D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4548176" cy="6858000"/>
            <a:chOff x="651279" y="598259"/>
            <a:chExt cx="10889442" cy="5680742"/>
          </a:xfrm>
        </p:grpSpPr>
        <p:sp>
          <p:nvSpPr>
            <p:cNvPr id="22" name="Color">
              <a:extLst>
                <a:ext uri="{FF2B5EF4-FFF2-40B4-BE49-F238E27FC236}">
                  <a16:creationId xmlns:a16="http://schemas.microsoft.com/office/drawing/2014/main" id="{D2C0CD82-6448-2462-A43A-421AFD4BBF1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3" name="Color">
              <a:extLst>
                <a:ext uri="{FF2B5EF4-FFF2-40B4-BE49-F238E27FC236}">
                  <a16:creationId xmlns:a16="http://schemas.microsoft.com/office/drawing/2014/main" id="{ADE3CBCC-2D4D-9AEC-6CEC-5ED3198F078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F7EFFE3F-1127-6006-05C4-556DA50791B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3E409C3F-04E5-FF15-BBB3-48C69BAFE54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562A15AB-E682-D20D-75F3-40BFB6FD952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7418AB4F-A252-95B7-813C-AC8571B540A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2D383706-7CB2-6EA0-A27C-935B78C4872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10FA239-1DE5-3389-70FC-6EE68F1DA46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6EEB6014-A4BD-C15F-62AB-D75FAFE1535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C31BF6F5-CB56-D11A-6C56-D9368D43705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A941F2-0BC4-D955-46DA-DEB313062CD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89788" y="841248"/>
            <a:ext cx="3847200" cy="5340097"/>
          </a:xfrm>
        </p:spPr>
        <p:txBody>
          <a:bodyPr anchor="ctr">
            <a:normAutofit/>
          </a:bodyPr>
          <a:lstStyle/>
          <a:p>
            <a:pPr algn="l"/>
            <a:r>
              <a:rPr lang="vi-VN" sz="4200" dirty="0">
                <a:solidFill>
                  <a:schemeClr val="bg1"/>
                </a:solidFill>
              </a:rPr>
              <a:t>Giao diện tối và Tiếng Anh</a:t>
            </a:r>
            <a:endParaRPr lang="en-US" sz="4200" dirty="0">
              <a:solidFill>
                <a:schemeClr val="bg1"/>
              </a:solidFill>
            </a:endParaRPr>
          </a:p>
        </p:txBody>
      </p:sp>
      <p:pic>
        <p:nvPicPr>
          <p:cNvPr id="5" name="Chỗ dành sẵn cho Nội dung 4">
            <a:extLst>
              <a:ext uri="{FF2B5EF4-FFF2-40B4-BE49-F238E27FC236}">
                <a16:creationId xmlns:a16="http://schemas.microsoft.com/office/drawing/2014/main" id="{555D1B20-D4AD-1404-0ABD-6E234D1B2645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6749629" y="1077707"/>
            <a:ext cx="2357612" cy="4600780"/>
          </a:xfrm>
        </p:spPr>
      </p:pic>
      <p:pic>
        <p:nvPicPr>
          <p:cNvPr id="7" name="Hình ảnh 6">
            <a:extLst>
              <a:ext uri="{FF2B5EF4-FFF2-40B4-BE49-F238E27FC236}">
                <a16:creationId xmlns:a16="http://schemas.microsoft.com/office/drawing/2014/main" id="{451E47AA-8507-46AE-03E3-6D76156F966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534750" y="1078517"/>
            <a:ext cx="2200014" cy="471948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8129969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9" name="Slide background fill">
            <a:extLst>
              <a:ext uri="{FF2B5EF4-FFF2-40B4-BE49-F238E27FC236}">
                <a16:creationId xmlns:a16="http://schemas.microsoft.com/office/drawing/2014/main" id="{1D63C574-BFD2-41A1-A567-B0C3CC7FDD4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1" name="Color 2">
            <a:extLst>
              <a:ext uri="{FF2B5EF4-FFF2-40B4-BE49-F238E27FC236}">
                <a16:creationId xmlns:a16="http://schemas.microsoft.com/office/drawing/2014/main" id="{E2A46BAB-8C31-42B2-90E8-B26DD3E81D3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43" name="Group 42">
            <a:extLst>
              <a:ext uri="{FF2B5EF4-FFF2-40B4-BE49-F238E27FC236}">
                <a16:creationId xmlns:a16="http://schemas.microsoft.com/office/drawing/2014/main" id="{B3F7A3C7-0737-4E57-B30E-8EEFE638B40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3530289" cy="6858000"/>
            <a:chOff x="651279" y="598259"/>
            <a:chExt cx="10889442" cy="5680742"/>
          </a:xfrm>
        </p:grpSpPr>
        <p:sp>
          <p:nvSpPr>
            <p:cNvPr id="44" name="Color">
              <a:extLst>
                <a:ext uri="{FF2B5EF4-FFF2-40B4-BE49-F238E27FC236}">
                  <a16:creationId xmlns:a16="http://schemas.microsoft.com/office/drawing/2014/main" id="{3BE6D516-DFC6-4698-B3F1-5F591C1130C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" name="Color">
              <a:extLst>
                <a:ext uri="{FF2B5EF4-FFF2-40B4-BE49-F238E27FC236}">
                  <a16:creationId xmlns:a16="http://schemas.microsoft.com/office/drawing/2014/main" id="{C2580FB0-D146-458C-AF1B-8E8BBF6BBA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89788" y="841248"/>
            <a:ext cx="2636433" cy="5340097"/>
          </a:xfrm>
        </p:spPr>
        <p:txBody>
          <a:bodyPr anchor="ctr">
            <a:normAutofit/>
          </a:bodyPr>
          <a:lstStyle/>
          <a:p>
            <a:pPr algn="l"/>
            <a:r>
              <a:rPr lang="vi-VN" sz="4200">
                <a:solidFill>
                  <a:schemeClr val="bg1"/>
                </a:solidFill>
              </a:rPr>
              <a:t>Kết Luận &amp; Hướng Phát Triển</a:t>
            </a: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FA16FF75-9CA7-4DFC-C626-FC5261463A1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089861049"/>
              </p:ext>
            </p:extLst>
          </p:nvPr>
        </p:nvGraphicFramePr>
        <p:xfrm>
          <a:off x="3739414" y="231006"/>
          <a:ext cx="4775935" cy="6405613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2" name="Slide background fill">
            <a:extLst>
              <a:ext uri="{FF2B5EF4-FFF2-40B4-BE49-F238E27FC236}">
                <a16:creationId xmlns:a16="http://schemas.microsoft.com/office/drawing/2014/main" id="{1D63C574-BFD2-41A1-A567-B0C3CC7FDD4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4" name="Color 2">
            <a:extLst>
              <a:ext uri="{FF2B5EF4-FFF2-40B4-BE49-F238E27FC236}">
                <a16:creationId xmlns:a16="http://schemas.microsoft.com/office/drawing/2014/main" id="{E2A46BAB-8C31-42B2-90E8-B26DD3E81D3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B3F7A3C7-0737-4E57-B30E-8EEFE638B40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3530289" cy="6858000"/>
            <a:chOff x="651279" y="598259"/>
            <a:chExt cx="10889442" cy="5680742"/>
          </a:xfrm>
        </p:grpSpPr>
        <p:sp>
          <p:nvSpPr>
            <p:cNvPr id="17" name="Color">
              <a:extLst>
                <a:ext uri="{FF2B5EF4-FFF2-40B4-BE49-F238E27FC236}">
                  <a16:creationId xmlns:a16="http://schemas.microsoft.com/office/drawing/2014/main" id="{3BE6D516-DFC6-4698-B3F1-5F591C1130C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" name="Color">
              <a:extLst>
                <a:ext uri="{FF2B5EF4-FFF2-40B4-BE49-F238E27FC236}">
                  <a16:creationId xmlns:a16="http://schemas.microsoft.com/office/drawing/2014/main" id="{C2580FB0-D146-458C-AF1B-8E8BBF6BBA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89788" y="841248"/>
            <a:ext cx="2636433" cy="5340097"/>
          </a:xfrm>
        </p:spPr>
        <p:txBody>
          <a:bodyPr anchor="ctr">
            <a:normAutofit/>
          </a:bodyPr>
          <a:lstStyle/>
          <a:p>
            <a:pPr algn="l"/>
            <a:r>
              <a:rPr lang="vi-VN" dirty="0">
                <a:solidFill>
                  <a:schemeClr val="bg1"/>
                </a:solidFill>
              </a:rPr>
              <a:t>CẢM ƠN! </a:t>
            </a:r>
          </a:p>
        </p:txBody>
      </p:sp>
      <p:graphicFrame>
        <p:nvGraphicFramePr>
          <p:cNvPr id="7" name="Content Placeholder 2">
            <a:extLst>
              <a:ext uri="{FF2B5EF4-FFF2-40B4-BE49-F238E27FC236}">
                <a16:creationId xmlns:a16="http://schemas.microsoft.com/office/drawing/2014/main" id="{BE02B74F-1EFD-F247-B31A-07F02AA1B5D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436430937"/>
              </p:ext>
            </p:extLst>
          </p:nvPr>
        </p:nvGraphicFramePr>
        <p:xfrm>
          <a:off x="3739414" y="231006"/>
          <a:ext cx="4775935" cy="6405613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102</TotalTime>
  <Words>431</Words>
  <Application>Microsoft Office PowerPoint</Application>
  <PresentationFormat>Trình chiếu Trên màn hình (4:3)</PresentationFormat>
  <Paragraphs>44</Paragraphs>
  <Slides>17</Slides>
  <Notes>0</Notes>
  <HiddenSlides>0</HiddenSlides>
  <MMClips>0</MMClips>
  <ScaleCrop>false</ScaleCrop>
  <HeadingPairs>
    <vt:vector size="6" baseType="variant">
      <vt:variant>
        <vt:lpstr>Phông được Dùng</vt:lpstr>
      </vt:variant>
      <vt:variant>
        <vt:i4>2</vt:i4>
      </vt:variant>
      <vt:variant>
        <vt:lpstr>Chủ đề</vt:lpstr>
      </vt:variant>
      <vt:variant>
        <vt:i4>1</vt:i4>
      </vt:variant>
      <vt:variant>
        <vt:lpstr>Tiêu đề Bản chiếu</vt:lpstr>
      </vt:variant>
      <vt:variant>
        <vt:i4>17</vt:i4>
      </vt:variant>
    </vt:vector>
  </HeadingPairs>
  <TitlesOfParts>
    <vt:vector size="20" baseType="lpstr">
      <vt:lpstr>Arial</vt:lpstr>
      <vt:lpstr>Calibri</vt:lpstr>
      <vt:lpstr>Office Theme</vt:lpstr>
      <vt:lpstr>BÀI TẬP LỚN ỨNG DỤNG THEO DÕI THÓI QUEN</vt:lpstr>
      <vt:lpstr>Đặt Vấn Đề &amp; Giải Pháp</vt:lpstr>
      <vt:lpstr>Mục Tiêu &amp; Phạm Vi Đề Tài</vt:lpstr>
      <vt:lpstr>Kiến Trúc &amp; Công Nghệ Sử Dụng</vt:lpstr>
      <vt:lpstr>Mô Hình Dữ Liệu &amp; Logic Cốt Lõi (Phần 1)</vt:lpstr>
      <vt:lpstr>Mô Hình Dữ Liệu &amp; Logic Cốt Lõi (Phần 2)</vt:lpstr>
      <vt:lpstr>Màn hình khởi đầu</vt:lpstr>
      <vt:lpstr>Màn hình thử thách</vt:lpstr>
      <vt:lpstr>Màn hình thống kê</vt:lpstr>
      <vt:lpstr>Màn hình hồ sơ</vt:lpstr>
      <vt:lpstr>Màn hình cài đặt</vt:lpstr>
      <vt:lpstr>Màn hình chi tiết</vt:lpstr>
      <vt:lpstr>Màn hình thông tin</vt:lpstr>
      <vt:lpstr>Màn hình chúc mừng</vt:lpstr>
      <vt:lpstr>Giao diện tối và Tiếng Anh</vt:lpstr>
      <vt:lpstr>Kết Luận &amp; Hướng Phát Triển</vt:lpstr>
      <vt:lpstr>CẢM ƠN! </vt:lpstr>
    </vt:vector>
  </TitlesOfParts>
  <Manager/>
  <Company/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subject/>
  <dc:creator>ADMIN</dc:creator>
  <cp:keywords/>
  <dc:description>generated using python-pptx</dc:description>
  <cp:lastModifiedBy>Truong Nguyen</cp:lastModifiedBy>
  <cp:revision>4</cp:revision>
  <dcterms:created xsi:type="dcterms:W3CDTF">2013-01-27T09:14:16Z</dcterms:created>
  <dcterms:modified xsi:type="dcterms:W3CDTF">2025-11-05T15:37:32Z</dcterms:modified>
  <cp:category/>
</cp:coreProperties>
</file>